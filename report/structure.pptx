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8002250" cy="12601575"/>
  <p:notesSz cx="6858000" cy="9144000"/>
  <p:defaultTextStyle>
    <a:defPPr>
      <a:defRPr lang="ru-RU"/>
    </a:defPPr>
    <a:lvl1pPr marL="0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8091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6182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4272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2363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40454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8545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6635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4726" algn="l" defTabSz="81618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4084" autoAdjust="0"/>
    <p:restoredTop sz="94713" autoAdjust="0"/>
  </p:normalViewPr>
  <p:slideViewPr>
    <p:cSldViewPr>
      <p:cViewPr>
        <p:scale>
          <a:sx n="90" d="100"/>
          <a:sy n="90" d="100"/>
        </p:scale>
        <p:origin x="-288" y="-72"/>
      </p:cViewPr>
      <p:guideLst>
        <p:guide orient="horz" pos="3969"/>
        <p:guide pos="56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50171" y="3914662"/>
            <a:ext cx="15301913" cy="270117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00337" y="7140892"/>
            <a:ext cx="12601576" cy="322040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08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16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24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32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40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48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566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64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2056" y="8097681"/>
            <a:ext cx="15301913" cy="2502812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22056" y="5341086"/>
            <a:ext cx="15301913" cy="2756593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80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1618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2427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3236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4045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4854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5663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6472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900114" y="2940370"/>
            <a:ext cx="7950993" cy="8316456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9151147" y="2940370"/>
            <a:ext cx="7950993" cy="8316456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00113" y="2820771"/>
            <a:ext cx="7954120" cy="1175564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08091" indent="0">
              <a:buNone/>
              <a:defRPr sz="1800" b="1"/>
            </a:lvl2pPr>
            <a:lvl3pPr marL="816182" indent="0">
              <a:buNone/>
              <a:defRPr sz="1600" b="1"/>
            </a:lvl3pPr>
            <a:lvl4pPr marL="1224272" indent="0">
              <a:buNone/>
              <a:defRPr sz="1400" b="1"/>
            </a:lvl4pPr>
            <a:lvl5pPr marL="1632363" indent="0">
              <a:buNone/>
              <a:defRPr sz="1400" b="1"/>
            </a:lvl5pPr>
            <a:lvl6pPr marL="2040454" indent="0">
              <a:buNone/>
              <a:defRPr sz="1400" b="1"/>
            </a:lvl6pPr>
            <a:lvl7pPr marL="2448545" indent="0">
              <a:buNone/>
              <a:defRPr sz="1400" b="1"/>
            </a:lvl7pPr>
            <a:lvl8pPr marL="2856635" indent="0">
              <a:buNone/>
              <a:defRPr sz="1400" b="1"/>
            </a:lvl8pPr>
            <a:lvl9pPr marL="3264726" indent="0">
              <a:buNone/>
              <a:defRPr sz="14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900113" y="3996334"/>
            <a:ext cx="7954120" cy="726049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9144896" y="2820771"/>
            <a:ext cx="7957245" cy="1175564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08091" indent="0">
              <a:buNone/>
              <a:defRPr sz="1800" b="1"/>
            </a:lvl2pPr>
            <a:lvl3pPr marL="816182" indent="0">
              <a:buNone/>
              <a:defRPr sz="1600" b="1"/>
            </a:lvl3pPr>
            <a:lvl4pPr marL="1224272" indent="0">
              <a:buNone/>
              <a:defRPr sz="1400" b="1"/>
            </a:lvl4pPr>
            <a:lvl5pPr marL="1632363" indent="0">
              <a:buNone/>
              <a:defRPr sz="1400" b="1"/>
            </a:lvl5pPr>
            <a:lvl6pPr marL="2040454" indent="0">
              <a:buNone/>
              <a:defRPr sz="1400" b="1"/>
            </a:lvl6pPr>
            <a:lvl7pPr marL="2448545" indent="0">
              <a:buNone/>
              <a:defRPr sz="1400" b="1"/>
            </a:lvl7pPr>
            <a:lvl8pPr marL="2856635" indent="0">
              <a:buNone/>
              <a:defRPr sz="1400" b="1"/>
            </a:lvl8pPr>
            <a:lvl9pPr marL="3264726" indent="0">
              <a:buNone/>
              <a:defRPr sz="14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9144896" y="3996334"/>
            <a:ext cx="7957245" cy="7260492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0117" y="501732"/>
            <a:ext cx="5922616" cy="213526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038380" y="501737"/>
            <a:ext cx="10063758" cy="10755096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00117" y="2637005"/>
            <a:ext cx="5922616" cy="8619828"/>
          </a:xfrm>
        </p:spPr>
        <p:txBody>
          <a:bodyPr/>
          <a:lstStyle>
            <a:lvl1pPr marL="0" indent="0">
              <a:buNone/>
              <a:defRPr sz="1300"/>
            </a:lvl1pPr>
            <a:lvl2pPr marL="408091" indent="0">
              <a:buNone/>
              <a:defRPr sz="1100"/>
            </a:lvl2pPr>
            <a:lvl3pPr marL="816182" indent="0">
              <a:buNone/>
              <a:defRPr sz="900"/>
            </a:lvl3pPr>
            <a:lvl4pPr marL="1224272" indent="0">
              <a:buNone/>
              <a:defRPr sz="800"/>
            </a:lvl4pPr>
            <a:lvl5pPr marL="1632363" indent="0">
              <a:buNone/>
              <a:defRPr sz="800"/>
            </a:lvl5pPr>
            <a:lvl6pPr marL="2040454" indent="0">
              <a:buNone/>
              <a:defRPr sz="800"/>
            </a:lvl6pPr>
            <a:lvl7pPr marL="2448545" indent="0">
              <a:buNone/>
              <a:defRPr sz="800"/>
            </a:lvl7pPr>
            <a:lvl8pPr marL="2856635" indent="0">
              <a:buNone/>
              <a:defRPr sz="800"/>
            </a:lvl8pPr>
            <a:lvl9pPr marL="3264726" indent="0">
              <a:buNone/>
              <a:defRPr sz="8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8568" y="8821111"/>
            <a:ext cx="10801350" cy="104138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528568" y="1125973"/>
            <a:ext cx="10801350" cy="7560945"/>
          </a:xfrm>
        </p:spPr>
        <p:txBody>
          <a:bodyPr/>
          <a:lstStyle>
            <a:lvl1pPr marL="0" indent="0">
              <a:buNone/>
              <a:defRPr sz="2900"/>
            </a:lvl1pPr>
            <a:lvl2pPr marL="408091" indent="0">
              <a:buNone/>
              <a:defRPr sz="2500"/>
            </a:lvl2pPr>
            <a:lvl3pPr marL="816182" indent="0">
              <a:buNone/>
              <a:defRPr sz="2200"/>
            </a:lvl3pPr>
            <a:lvl4pPr marL="1224272" indent="0">
              <a:buNone/>
              <a:defRPr sz="1800"/>
            </a:lvl4pPr>
            <a:lvl5pPr marL="1632363" indent="0">
              <a:buNone/>
              <a:defRPr sz="1800"/>
            </a:lvl5pPr>
            <a:lvl6pPr marL="2040454" indent="0">
              <a:buNone/>
              <a:defRPr sz="1800"/>
            </a:lvl6pPr>
            <a:lvl7pPr marL="2448545" indent="0">
              <a:buNone/>
              <a:defRPr sz="1800"/>
            </a:lvl7pPr>
            <a:lvl8pPr marL="2856635" indent="0">
              <a:buNone/>
              <a:defRPr sz="1800"/>
            </a:lvl8pPr>
            <a:lvl9pPr marL="3264726" indent="0">
              <a:buNone/>
              <a:defRPr sz="18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528568" y="9862491"/>
            <a:ext cx="10801350" cy="1478935"/>
          </a:xfrm>
        </p:spPr>
        <p:txBody>
          <a:bodyPr/>
          <a:lstStyle>
            <a:lvl1pPr marL="0" indent="0">
              <a:buNone/>
              <a:defRPr sz="1300"/>
            </a:lvl1pPr>
            <a:lvl2pPr marL="408091" indent="0">
              <a:buNone/>
              <a:defRPr sz="1100"/>
            </a:lvl2pPr>
            <a:lvl3pPr marL="816182" indent="0">
              <a:buNone/>
              <a:defRPr sz="900"/>
            </a:lvl3pPr>
            <a:lvl4pPr marL="1224272" indent="0">
              <a:buNone/>
              <a:defRPr sz="800"/>
            </a:lvl4pPr>
            <a:lvl5pPr marL="1632363" indent="0">
              <a:buNone/>
              <a:defRPr sz="800"/>
            </a:lvl5pPr>
            <a:lvl6pPr marL="2040454" indent="0">
              <a:buNone/>
              <a:defRPr sz="800"/>
            </a:lvl6pPr>
            <a:lvl7pPr marL="2448545" indent="0">
              <a:buNone/>
              <a:defRPr sz="800"/>
            </a:lvl7pPr>
            <a:lvl8pPr marL="2856635" indent="0">
              <a:buNone/>
              <a:defRPr sz="800"/>
            </a:lvl8pPr>
            <a:lvl9pPr marL="3264726" indent="0">
              <a:buNone/>
              <a:defRPr sz="8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3051632" y="504648"/>
            <a:ext cx="4050507" cy="1075217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00112" y="504648"/>
            <a:ext cx="11851482" cy="1075217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0115" y="504646"/>
            <a:ext cx="16202025" cy="2100263"/>
          </a:xfrm>
          <a:prstGeom prst="rect">
            <a:avLst/>
          </a:prstGeom>
        </p:spPr>
        <p:txBody>
          <a:bodyPr vert="horz" lIns="81618" tIns="40809" rIns="81618" bIns="40809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00115" y="2940370"/>
            <a:ext cx="16202025" cy="8316456"/>
          </a:xfrm>
          <a:prstGeom prst="rect">
            <a:avLst/>
          </a:prstGeom>
        </p:spPr>
        <p:txBody>
          <a:bodyPr vert="horz" lIns="81618" tIns="40809" rIns="81618" bIns="40809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900112" y="11679794"/>
            <a:ext cx="4200525" cy="670918"/>
          </a:xfrm>
          <a:prstGeom prst="rect">
            <a:avLst/>
          </a:prstGeom>
        </p:spPr>
        <p:txBody>
          <a:bodyPr vert="horz" lIns="81618" tIns="40809" rIns="81618" bIns="40809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B0CCF-F6AD-424A-A5F0-93E6D42CD893}" type="datetimeFigureOut">
              <a:rPr lang="ru-RU" smtClean="0"/>
              <a:pPr/>
              <a:t>14.03.2021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150771" y="11679794"/>
            <a:ext cx="5700712" cy="670918"/>
          </a:xfrm>
          <a:prstGeom prst="rect">
            <a:avLst/>
          </a:prstGeom>
        </p:spPr>
        <p:txBody>
          <a:bodyPr vert="horz" lIns="81618" tIns="40809" rIns="81618" bIns="40809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01615" y="11679794"/>
            <a:ext cx="4200525" cy="670918"/>
          </a:xfrm>
          <a:prstGeom prst="rect">
            <a:avLst/>
          </a:prstGeom>
        </p:spPr>
        <p:txBody>
          <a:bodyPr vert="horz" lIns="81618" tIns="40809" rIns="81618" bIns="40809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5D5DE-08E7-4505-A7D1-EA45F6974E5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16182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6068" indent="-306068" algn="l" defTabSz="816182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3148" indent="-255057" algn="l" defTabSz="816182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0227" indent="-204045" algn="l" defTabSz="81618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318" indent="-204045" algn="l" defTabSz="816182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408" indent="-204045" algn="l" defTabSz="816182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4499" indent="-204045" algn="l" defTabSz="8161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2590" indent="-204045" algn="l" defTabSz="8161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0681" indent="-204045" algn="l" defTabSz="8161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8771" indent="-204045" algn="l" defTabSz="81618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091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182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272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363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454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8545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6635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4726" algn="l" defTabSz="81618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Группа 81"/>
          <p:cNvGrpSpPr/>
          <p:nvPr/>
        </p:nvGrpSpPr>
        <p:grpSpPr>
          <a:xfrm>
            <a:off x="428565" y="442871"/>
            <a:ext cx="3571900" cy="2428892"/>
            <a:chOff x="-500098" y="285734"/>
            <a:chExt cx="2653411" cy="2786082"/>
          </a:xfrm>
        </p:grpSpPr>
        <p:sp>
          <p:nvSpPr>
            <p:cNvPr id="17" name="TextBox 16"/>
            <p:cNvSpPr txBox="1"/>
            <p:nvPr/>
          </p:nvSpPr>
          <p:spPr>
            <a:xfrm>
              <a:off x="-500098" y="531565"/>
              <a:ext cx="318409" cy="226392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900" b="1"/>
                <a:t>state</a:t>
              </a:r>
              <a:endParaRPr lang="ru-RU" sz="900" b="1"/>
            </a:p>
          </p:txBody>
        </p:sp>
        <p:grpSp>
          <p:nvGrpSpPr>
            <p:cNvPr id="55" name="Группа 54"/>
            <p:cNvGrpSpPr/>
            <p:nvPr/>
          </p:nvGrpSpPr>
          <p:grpSpPr>
            <a:xfrm>
              <a:off x="-500098" y="785800"/>
              <a:ext cx="2653411" cy="285753"/>
              <a:chOff x="785786" y="3429006"/>
              <a:chExt cx="2653411" cy="285753"/>
            </a:xfrm>
          </p:grpSpPr>
          <p:sp>
            <p:nvSpPr>
              <p:cNvPr id="40" name="Прямоугольник 39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smtClean="0">
                    <a:solidFill>
                      <a:schemeClr val="tx1"/>
                    </a:solidFill>
                  </a:rPr>
                  <a:t>answer</a:t>
                </a:r>
                <a:endParaRPr lang="ru-RU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Прямоугольник 52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“”</a:t>
                </a:r>
                <a:endParaRPr lang="ru-RU" sz="1200"/>
              </a:p>
            </p:txBody>
          </p:sp>
          <p:sp>
            <p:nvSpPr>
              <p:cNvPr id="54" name="Прямоугольник 53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err="1" smtClean="0"/>
                  <a:t>str</a:t>
                </a:r>
                <a:endParaRPr lang="ru-RU" sz="1200"/>
              </a:p>
            </p:txBody>
          </p:sp>
        </p:grpSp>
        <p:grpSp>
          <p:nvGrpSpPr>
            <p:cNvPr id="56" name="Группа 55"/>
            <p:cNvGrpSpPr/>
            <p:nvPr/>
          </p:nvGrpSpPr>
          <p:grpSpPr>
            <a:xfrm>
              <a:off x="-500098" y="1071552"/>
              <a:ext cx="2653411" cy="285753"/>
              <a:chOff x="785786" y="3429006"/>
              <a:chExt cx="2653411" cy="285753"/>
            </a:xfrm>
          </p:grpSpPr>
          <p:sp>
            <p:nvSpPr>
              <p:cNvPr id="57" name="Прямоугольник 56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err="1" smtClean="0">
                    <a:solidFill>
                      <a:schemeClr val="tx1"/>
                    </a:solidFill>
                  </a:rPr>
                  <a:t>answerOptions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Прямоугольник 57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[]</a:t>
                </a:r>
                <a:endParaRPr lang="ru-RU" sz="1200"/>
              </a:p>
            </p:txBody>
          </p:sp>
          <p:sp>
            <p:nvSpPr>
              <p:cNvPr id="59" name="Прямоугольник 58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err="1" smtClean="0"/>
                  <a:t>arr</a:t>
                </a:r>
                <a:endParaRPr lang="ru-RU" sz="1200"/>
              </a:p>
            </p:txBody>
          </p:sp>
        </p:grpSp>
        <p:grpSp>
          <p:nvGrpSpPr>
            <p:cNvPr id="60" name="Группа 59"/>
            <p:cNvGrpSpPr/>
            <p:nvPr/>
          </p:nvGrpSpPr>
          <p:grpSpPr>
            <a:xfrm>
              <a:off x="-500098" y="1357304"/>
              <a:ext cx="2653411" cy="285753"/>
              <a:chOff x="785786" y="3429006"/>
              <a:chExt cx="2653411" cy="285753"/>
            </a:xfrm>
          </p:grpSpPr>
          <p:sp>
            <p:nvSpPr>
              <p:cNvPr id="61" name="Прямоугольник 60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err="1" smtClean="0">
                    <a:solidFill>
                      <a:schemeClr val="tx1"/>
                    </a:solidFill>
                  </a:rPr>
                  <a:t>questionId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Прямоугольник 61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1</a:t>
                </a:r>
                <a:endParaRPr lang="ru-RU" sz="1200"/>
              </a:p>
            </p:txBody>
          </p:sp>
          <p:sp>
            <p:nvSpPr>
              <p:cNvPr id="63" name="Прямоугольник 62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num</a:t>
                </a:r>
                <a:endParaRPr lang="ru-RU" sz="1200"/>
              </a:p>
            </p:txBody>
          </p:sp>
        </p:grpSp>
        <p:grpSp>
          <p:nvGrpSpPr>
            <p:cNvPr id="64" name="Группа 63"/>
            <p:cNvGrpSpPr/>
            <p:nvPr/>
          </p:nvGrpSpPr>
          <p:grpSpPr>
            <a:xfrm>
              <a:off x="-500098" y="1643056"/>
              <a:ext cx="2653411" cy="285753"/>
              <a:chOff x="785786" y="3429006"/>
              <a:chExt cx="2653411" cy="285753"/>
            </a:xfrm>
          </p:grpSpPr>
          <p:sp>
            <p:nvSpPr>
              <p:cNvPr id="65" name="Прямоугольник 64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smtClean="0">
                    <a:solidFill>
                      <a:schemeClr val="tx1"/>
                    </a:solidFill>
                  </a:rPr>
                  <a:t>question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Прямоугольник 65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“”</a:t>
                </a:r>
                <a:endParaRPr lang="ru-RU" sz="1200"/>
              </a:p>
            </p:txBody>
          </p:sp>
          <p:sp>
            <p:nvSpPr>
              <p:cNvPr id="67" name="Прямоугольник 66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str</a:t>
                </a:r>
                <a:endParaRPr lang="ru-RU" sz="1200"/>
              </a:p>
            </p:txBody>
          </p:sp>
        </p:grpSp>
        <p:grpSp>
          <p:nvGrpSpPr>
            <p:cNvPr id="68" name="Группа 67"/>
            <p:cNvGrpSpPr/>
            <p:nvPr/>
          </p:nvGrpSpPr>
          <p:grpSpPr>
            <a:xfrm>
              <a:off x="-500098" y="1928808"/>
              <a:ext cx="2653411" cy="571504"/>
              <a:chOff x="785786" y="3429006"/>
              <a:chExt cx="2653411" cy="285753"/>
            </a:xfrm>
          </p:grpSpPr>
          <p:sp>
            <p:nvSpPr>
              <p:cNvPr id="69" name="Прямоугольник 68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smtClean="0">
                    <a:solidFill>
                      <a:schemeClr val="tx1"/>
                    </a:solidFill>
                  </a:rPr>
                  <a:t>answerCount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Прямоугольник 69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r>
                  <a:rPr lang="en-US" sz="800" b="0" baseline="0" smtClean="0">
                    <a:solidFill>
                      <a:schemeClr val="tx1"/>
                    </a:solidFill>
                  </a:rPr>
                  <a:t>{</a:t>
                </a:r>
              </a:p>
              <a:p>
                <a:r>
                  <a:rPr lang="en-US" sz="800" b="0" baseline="0" smtClean="0">
                    <a:solidFill>
                      <a:schemeClr val="tx1"/>
                    </a:solidFill>
                  </a:rPr>
                  <a:t>nin: 0</a:t>
                </a:r>
              </a:p>
              <a:p>
                <a:r>
                  <a:rPr lang="en-US" sz="800" b="0" baseline="0" smtClean="0">
                    <a:solidFill>
                      <a:schemeClr val="tx1"/>
                    </a:solidFill>
                  </a:rPr>
                  <a:t>mic: 0</a:t>
                </a:r>
              </a:p>
              <a:p>
                <a:r>
                  <a:rPr lang="en-US" sz="800" b="0" baseline="0" smtClean="0">
                    <a:solidFill>
                      <a:schemeClr val="tx1"/>
                    </a:solidFill>
                  </a:rPr>
                  <a:t>sony: 0}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Прямоугольник 70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str</a:t>
                </a:r>
                <a:endParaRPr lang="ru-RU" sz="1200"/>
              </a:p>
            </p:txBody>
          </p:sp>
        </p:grpSp>
        <p:grpSp>
          <p:nvGrpSpPr>
            <p:cNvPr id="72" name="Группа 71"/>
            <p:cNvGrpSpPr/>
            <p:nvPr/>
          </p:nvGrpSpPr>
          <p:grpSpPr>
            <a:xfrm>
              <a:off x="-500098" y="2500293"/>
              <a:ext cx="2653411" cy="285753"/>
              <a:chOff x="785786" y="3429006"/>
              <a:chExt cx="2653411" cy="285753"/>
            </a:xfrm>
          </p:grpSpPr>
          <p:sp>
            <p:nvSpPr>
              <p:cNvPr id="73" name="Прямоугольник 72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smtClean="0">
                    <a:solidFill>
                      <a:schemeClr val="tx1"/>
                    </a:solidFill>
                  </a:rPr>
                  <a:t>result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Прямоугольник 73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“”</a:t>
                </a:r>
                <a:endParaRPr lang="ru-RU" sz="1200"/>
              </a:p>
            </p:txBody>
          </p:sp>
          <p:sp>
            <p:nvSpPr>
              <p:cNvPr id="75" name="Прямоугольник 74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str</a:t>
                </a:r>
                <a:endParaRPr lang="ru-RU" sz="1200"/>
              </a:p>
            </p:txBody>
          </p:sp>
        </p:grpSp>
        <p:grpSp>
          <p:nvGrpSpPr>
            <p:cNvPr id="76" name="Группа 75"/>
            <p:cNvGrpSpPr/>
            <p:nvPr/>
          </p:nvGrpSpPr>
          <p:grpSpPr>
            <a:xfrm>
              <a:off x="-500098" y="2786064"/>
              <a:ext cx="2643206" cy="285752"/>
              <a:chOff x="785786" y="3429006"/>
              <a:chExt cx="1797006" cy="285752"/>
            </a:xfrm>
          </p:grpSpPr>
          <p:sp>
            <p:nvSpPr>
              <p:cNvPr id="77" name="Прямоугольник 76"/>
              <p:cNvSpPr/>
              <p:nvPr/>
            </p:nvSpPr>
            <p:spPr>
              <a:xfrm>
                <a:off x="785786" y="3429006"/>
                <a:ext cx="1285884" cy="2857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None/>
                </a:pPr>
                <a:r>
                  <a:rPr lang="en-US" sz="800" b="0" baseline="0" smtClean="0">
                    <a:solidFill>
                      <a:schemeClr val="tx1"/>
                    </a:solidFill>
                  </a:rPr>
                  <a:t>handleAnswerSelected()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Прямоугольник 77"/>
              <p:cNvSpPr/>
              <p:nvPr/>
            </p:nvSpPr>
            <p:spPr>
              <a:xfrm>
                <a:off x="1725536" y="3429006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1200"/>
              </a:p>
            </p:txBody>
          </p:sp>
        </p:grpSp>
        <p:sp>
          <p:nvSpPr>
            <p:cNvPr id="81" name="TextBox 80"/>
            <p:cNvSpPr txBox="1"/>
            <p:nvPr/>
          </p:nvSpPr>
          <p:spPr>
            <a:xfrm>
              <a:off x="-500098" y="285734"/>
              <a:ext cx="2643206" cy="31465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1400" b="1" smtClean="0"/>
                <a:t>App</a:t>
              </a:r>
              <a:endParaRPr lang="ru-RU" sz="1400" b="1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5357787" y="585747"/>
            <a:ext cx="3357586" cy="2857520"/>
            <a:chOff x="-500098" y="285734"/>
            <a:chExt cx="2653411" cy="2786082"/>
          </a:xfrm>
        </p:grpSpPr>
        <p:sp>
          <p:nvSpPr>
            <p:cNvPr id="84" name="TextBox 83"/>
            <p:cNvSpPr txBox="1"/>
            <p:nvPr/>
          </p:nvSpPr>
          <p:spPr>
            <a:xfrm>
              <a:off x="-500098" y="571485"/>
              <a:ext cx="338733" cy="19243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900" b="1" smtClean="0"/>
                <a:t>props</a:t>
              </a:r>
              <a:endParaRPr lang="ru-RU" sz="900" b="1"/>
            </a:p>
          </p:txBody>
        </p:sp>
        <p:grpSp>
          <p:nvGrpSpPr>
            <p:cNvPr id="85" name="Группа 54"/>
            <p:cNvGrpSpPr/>
            <p:nvPr/>
          </p:nvGrpSpPr>
          <p:grpSpPr>
            <a:xfrm>
              <a:off x="-500098" y="785800"/>
              <a:ext cx="2653411" cy="285753"/>
              <a:chOff x="785786" y="3429006"/>
              <a:chExt cx="2653411" cy="285753"/>
            </a:xfrm>
          </p:grpSpPr>
          <p:sp>
            <p:nvSpPr>
              <p:cNvPr id="110" name="Прямоугольник 109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smtClean="0">
                    <a:solidFill>
                      <a:schemeClr val="tx1"/>
                    </a:solidFill>
                  </a:rPr>
                  <a:t>answer</a:t>
                </a:r>
                <a:endParaRPr lang="ru-RU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Прямоугольник 110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“”</a:t>
                </a:r>
                <a:endParaRPr lang="ru-RU" sz="1200"/>
              </a:p>
            </p:txBody>
          </p:sp>
          <p:sp>
            <p:nvSpPr>
              <p:cNvPr id="112" name="Прямоугольник 111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err="1" smtClean="0"/>
                  <a:t>str</a:t>
                </a:r>
                <a:endParaRPr lang="ru-RU" sz="1200"/>
              </a:p>
            </p:txBody>
          </p:sp>
        </p:grpSp>
        <p:grpSp>
          <p:nvGrpSpPr>
            <p:cNvPr id="86" name="Группа 55"/>
            <p:cNvGrpSpPr/>
            <p:nvPr/>
          </p:nvGrpSpPr>
          <p:grpSpPr>
            <a:xfrm>
              <a:off x="-500098" y="1071552"/>
              <a:ext cx="2653411" cy="285753"/>
              <a:chOff x="785786" y="3429006"/>
              <a:chExt cx="2653411" cy="285753"/>
            </a:xfrm>
          </p:grpSpPr>
          <p:sp>
            <p:nvSpPr>
              <p:cNvPr id="107" name="Прямоугольник 106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err="1" smtClean="0">
                    <a:solidFill>
                      <a:schemeClr val="tx1"/>
                    </a:solidFill>
                  </a:rPr>
                  <a:t>answerOptions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Прямоугольник 107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[]</a:t>
                </a:r>
                <a:endParaRPr lang="ru-RU" sz="1200"/>
              </a:p>
            </p:txBody>
          </p:sp>
          <p:sp>
            <p:nvSpPr>
              <p:cNvPr id="109" name="Прямоугольник 108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err="1" smtClean="0"/>
                  <a:t>arr</a:t>
                </a:r>
                <a:endParaRPr lang="ru-RU" sz="1200"/>
              </a:p>
            </p:txBody>
          </p:sp>
        </p:grpSp>
        <p:grpSp>
          <p:nvGrpSpPr>
            <p:cNvPr id="87" name="Группа 59"/>
            <p:cNvGrpSpPr/>
            <p:nvPr/>
          </p:nvGrpSpPr>
          <p:grpSpPr>
            <a:xfrm>
              <a:off x="-500098" y="1357304"/>
              <a:ext cx="2653411" cy="285753"/>
              <a:chOff x="785786" y="3429006"/>
              <a:chExt cx="2653411" cy="285753"/>
            </a:xfrm>
          </p:grpSpPr>
          <p:sp>
            <p:nvSpPr>
              <p:cNvPr id="104" name="Прямоугольник 103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err="1" smtClean="0">
                    <a:solidFill>
                      <a:schemeClr val="tx1"/>
                    </a:solidFill>
                  </a:rPr>
                  <a:t>questionId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Прямоугольник 104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1</a:t>
                </a:r>
                <a:endParaRPr lang="ru-RU" sz="1200"/>
              </a:p>
            </p:txBody>
          </p:sp>
          <p:sp>
            <p:nvSpPr>
              <p:cNvPr id="106" name="Прямоугольник 105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num</a:t>
                </a:r>
                <a:endParaRPr lang="ru-RU" sz="1200"/>
              </a:p>
            </p:txBody>
          </p:sp>
        </p:grpSp>
        <p:grpSp>
          <p:nvGrpSpPr>
            <p:cNvPr id="88" name="Группа 63"/>
            <p:cNvGrpSpPr/>
            <p:nvPr/>
          </p:nvGrpSpPr>
          <p:grpSpPr>
            <a:xfrm>
              <a:off x="-500098" y="1643056"/>
              <a:ext cx="2653411" cy="285753"/>
              <a:chOff x="785786" y="3429006"/>
              <a:chExt cx="2653411" cy="285753"/>
            </a:xfrm>
          </p:grpSpPr>
          <p:sp>
            <p:nvSpPr>
              <p:cNvPr id="101" name="Прямоугольник 100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smtClean="0">
                    <a:solidFill>
                      <a:schemeClr val="tx1"/>
                    </a:solidFill>
                  </a:rPr>
                  <a:t>question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Прямоугольник 101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“”</a:t>
                </a:r>
                <a:endParaRPr lang="ru-RU" sz="1200"/>
              </a:p>
            </p:txBody>
          </p:sp>
          <p:sp>
            <p:nvSpPr>
              <p:cNvPr id="103" name="Прямоугольник 102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str</a:t>
                </a:r>
                <a:endParaRPr lang="ru-RU" sz="1200"/>
              </a:p>
            </p:txBody>
          </p:sp>
        </p:grpSp>
        <p:grpSp>
          <p:nvGrpSpPr>
            <p:cNvPr id="89" name="Группа 67"/>
            <p:cNvGrpSpPr/>
            <p:nvPr/>
          </p:nvGrpSpPr>
          <p:grpSpPr>
            <a:xfrm>
              <a:off x="-500098" y="1928808"/>
              <a:ext cx="2653411" cy="571504"/>
              <a:chOff x="785786" y="3429006"/>
              <a:chExt cx="2653411" cy="285753"/>
            </a:xfrm>
          </p:grpSpPr>
          <p:sp>
            <p:nvSpPr>
              <p:cNvPr id="98" name="Прямоугольник 97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smtClean="0">
                    <a:solidFill>
                      <a:srgbClr val="FF0000"/>
                    </a:solidFill>
                  </a:rPr>
                  <a:t>questionTotal</a:t>
                </a:r>
                <a:endParaRPr lang="ru-RU" sz="800" b="0" baseline="0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Прямоугольник 98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endParaRPr lang="en-US" sz="800" b="0" baseline="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Прямоугольник 99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num</a:t>
                </a:r>
                <a:endParaRPr lang="ru-RU" sz="1200"/>
              </a:p>
            </p:txBody>
          </p:sp>
        </p:grpSp>
        <p:grpSp>
          <p:nvGrpSpPr>
            <p:cNvPr id="90" name="Группа 71"/>
            <p:cNvGrpSpPr/>
            <p:nvPr/>
          </p:nvGrpSpPr>
          <p:grpSpPr>
            <a:xfrm>
              <a:off x="-500098" y="2500293"/>
              <a:ext cx="2653411" cy="285753"/>
              <a:chOff x="785786" y="3429006"/>
              <a:chExt cx="2653411" cy="285753"/>
            </a:xfrm>
          </p:grpSpPr>
          <p:sp>
            <p:nvSpPr>
              <p:cNvPr id="95" name="Прямоугольник 94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smtClean="0">
                    <a:solidFill>
                      <a:schemeClr val="tx1"/>
                    </a:solidFill>
                  </a:rPr>
                  <a:t>onAnswerSelected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Прямоугольник 95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1200"/>
              </a:p>
            </p:txBody>
          </p:sp>
          <p:sp>
            <p:nvSpPr>
              <p:cNvPr id="97" name="Прямоугольник 96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func</a:t>
                </a:r>
                <a:endParaRPr lang="ru-RU" sz="1200"/>
              </a:p>
            </p:txBody>
          </p:sp>
        </p:grpSp>
        <p:grpSp>
          <p:nvGrpSpPr>
            <p:cNvPr id="91" name="Группа 75"/>
            <p:cNvGrpSpPr/>
            <p:nvPr/>
          </p:nvGrpSpPr>
          <p:grpSpPr>
            <a:xfrm>
              <a:off x="-500098" y="2786064"/>
              <a:ext cx="2643207" cy="285752"/>
              <a:chOff x="785786" y="3429006"/>
              <a:chExt cx="1797006" cy="285752"/>
            </a:xfrm>
          </p:grpSpPr>
          <p:sp>
            <p:nvSpPr>
              <p:cNvPr id="93" name="Прямоугольник 92"/>
              <p:cNvSpPr/>
              <p:nvPr/>
            </p:nvSpPr>
            <p:spPr>
              <a:xfrm>
                <a:off x="785786" y="3429006"/>
                <a:ext cx="1285884" cy="2857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None/>
                </a:pPr>
                <a:r>
                  <a:rPr lang="en-US" sz="800" b="0" baseline="0" smtClean="0">
                    <a:solidFill>
                      <a:schemeClr val="tx1"/>
                    </a:solidFill>
                  </a:rPr>
                  <a:t>map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Прямоугольник 93"/>
              <p:cNvSpPr/>
              <p:nvPr/>
            </p:nvSpPr>
            <p:spPr>
              <a:xfrm>
                <a:off x="1725536" y="3429006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1200"/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-500098" y="285734"/>
              <a:ext cx="2643206" cy="267453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1400" b="1" smtClean="0"/>
                <a:t>Quiz</a:t>
              </a:r>
              <a:endParaRPr lang="ru-RU" sz="1400" b="1"/>
            </a:p>
          </p:txBody>
        </p:sp>
      </p:grpSp>
      <p:cxnSp>
        <p:nvCxnSpPr>
          <p:cNvPr id="116" name="Соединительная линия уступом 115"/>
          <p:cNvCxnSpPr>
            <a:stCxn id="54" idx="3"/>
            <a:endCxn id="110" idx="1"/>
          </p:cNvCxnSpPr>
          <p:nvPr/>
        </p:nvCxnSpPr>
        <p:spPr>
          <a:xfrm>
            <a:off x="4000465" y="1003385"/>
            <a:ext cx="1357322" cy="24179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Соединительная линия уступом 118"/>
          <p:cNvCxnSpPr>
            <a:stCxn id="59" idx="3"/>
            <a:endCxn id="107" idx="1"/>
          </p:cNvCxnSpPr>
          <p:nvPr/>
        </p:nvCxnSpPr>
        <p:spPr>
          <a:xfrm>
            <a:off x="4000465" y="1252502"/>
            <a:ext cx="1357322" cy="28575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Соединительная линия уступом 121"/>
          <p:cNvCxnSpPr>
            <a:stCxn id="63" idx="3"/>
            <a:endCxn id="104" idx="1"/>
          </p:cNvCxnSpPr>
          <p:nvPr/>
        </p:nvCxnSpPr>
        <p:spPr>
          <a:xfrm>
            <a:off x="4000465" y="1501619"/>
            <a:ext cx="1357322" cy="329715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Соединительная линия уступом 124"/>
          <p:cNvCxnSpPr>
            <a:stCxn id="67" idx="3"/>
            <a:endCxn id="101" idx="1"/>
          </p:cNvCxnSpPr>
          <p:nvPr/>
        </p:nvCxnSpPr>
        <p:spPr>
          <a:xfrm>
            <a:off x="4000465" y="1750736"/>
            <a:ext cx="1357322" cy="373677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Группа 126"/>
          <p:cNvGrpSpPr/>
          <p:nvPr/>
        </p:nvGrpSpPr>
        <p:grpSpPr>
          <a:xfrm>
            <a:off x="11072827" y="800061"/>
            <a:ext cx="2846357" cy="928694"/>
            <a:chOff x="-500098" y="285734"/>
            <a:chExt cx="2653411" cy="1071571"/>
          </a:xfrm>
        </p:grpSpPr>
        <p:sp>
          <p:nvSpPr>
            <p:cNvPr id="128" name="TextBox 127"/>
            <p:cNvSpPr txBox="1"/>
            <p:nvPr/>
          </p:nvSpPr>
          <p:spPr>
            <a:xfrm>
              <a:off x="-500098" y="571487"/>
              <a:ext cx="266382" cy="38753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900" b="1" smtClean="0"/>
                <a:t>props</a:t>
              </a:r>
              <a:endParaRPr lang="ru-RU" sz="900" b="1"/>
            </a:p>
          </p:txBody>
        </p:sp>
        <p:grpSp>
          <p:nvGrpSpPr>
            <p:cNvPr id="129" name="Группа 54"/>
            <p:cNvGrpSpPr/>
            <p:nvPr/>
          </p:nvGrpSpPr>
          <p:grpSpPr>
            <a:xfrm>
              <a:off x="-500098" y="785800"/>
              <a:ext cx="2653411" cy="285753"/>
              <a:chOff x="785786" y="3429006"/>
              <a:chExt cx="2653411" cy="285753"/>
            </a:xfrm>
          </p:grpSpPr>
          <p:sp>
            <p:nvSpPr>
              <p:cNvPr id="154" name="Прямоугольник 153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smtClean="0">
                    <a:solidFill>
                      <a:schemeClr val="tx1"/>
                    </a:solidFill>
                  </a:rPr>
                  <a:t>counter</a:t>
                </a:r>
                <a:endParaRPr lang="ru-RU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Прямоугольник 154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1200"/>
              </a:p>
            </p:txBody>
          </p:sp>
          <p:sp>
            <p:nvSpPr>
              <p:cNvPr id="156" name="Прямоугольник 155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num</a:t>
                </a:r>
                <a:endParaRPr lang="ru-RU" sz="1200"/>
              </a:p>
            </p:txBody>
          </p:sp>
        </p:grpSp>
        <p:grpSp>
          <p:nvGrpSpPr>
            <p:cNvPr id="130" name="Группа 55"/>
            <p:cNvGrpSpPr/>
            <p:nvPr/>
          </p:nvGrpSpPr>
          <p:grpSpPr>
            <a:xfrm>
              <a:off x="-500098" y="1071552"/>
              <a:ext cx="2653411" cy="285753"/>
              <a:chOff x="785786" y="3429006"/>
              <a:chExt cx="2653411" cy="285753"/>
            </a:xfrm>
          </p:grpSpPr>
          <p:sp>
            <p:nvSpPr>
              <p:cNvPr id="151" name="Прямоугольник 150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b="0" baseline="0" smtClean="0">
                    <a:solidFill>
                      <a:schemeClr val="tx1"/>
                    </a:solidFill>
                  </a:rPr>
                  <a:t>total</a:t>
                </a:r>
                <a:endParaRPr lang="ru-RU" sz="8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Прямоугольник 151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1200"/>
              </a:p>
            </p:txBody>
          </p:sp>
          <p:sp>
            <p:nvSpPr>
              <p:cNvPr id="153" name="Прямоугольник 152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num</a:t>
                </a:r>
                <a:endParaRPr lang="ru-RU" sz="1200"/>
              </a:p>
            </p:txBody>
          </p:sp>
        </p:grpSp>
        <p:sp>
          <p:nvSpPr>
            <p:cNvPr id="136" name="TextBox 135"/>
            <p:cNvSpPr txBox="1"/>
            <p:nvPr/>
          </p:nvSpPr>
          <p:spPr>
            <a:xfrm>
              <a:off x="-500098" y="285734"/>
              <a:ext cx="2643206" cy="316513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1400" b="1" smtClean="0"/>
                <a:t>QuestionCount</a:t>
              </a:r>
              <a:endParaRPr lang="ru-RU" sz="1400" b="1"/>
            </a:p>
          </p:txBody>
        </p:sp>
      </p:grpSp>
      <p:cxnSp>
        <p:nvCxnSpPr>
          <p:cNvPr id="161" name="Соединительная линия уступом 160"/>
          <p:cNvCxnSpPr>
            <a:stCxn id="100" idx="3"/>
            <a:endCxn id="151" idx="1"/>
          </p:cNvCxnSpPr>
          <p:nvPr/>
        </p:nvCxnSpPr>
        <p:spPr>
          <a:xfrm flipV="1">
            <a:off x="8715373" y="1604930"/>
            <a:ext cx="2357454" cy="959099"/>
          </a:xfrm>
          <a:prstGeom prst="bentConnector3">
            <a:avLst>
              <a:gd name="adj1" fmla="val 25354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Соединительная линия уступом 169"/>
          <p:cNvCxnSpPr>
            <a:stCxn id="106" idx="3"/>
            <a:endCxn id="154" idx="1"/>
          </p:cNvCxnSpPr>
          <p:nvPr/>
        </p:nvCxnSpPr>
        <p:spPr>
          <a:xfrm flipV="1">
            <a:off x="8715373" y="1357278"/>
            <a:ext cx="2357454" cy="474055"/>
          </a:xfrm>
          <a:prstGeom prst="bentConnector3">
            <a:avLst>
              <a:gd name="adj1" fmla="val 30606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Группа 171"/>
          <p:cNvGrpSpPr/>
          <p:nvPr/>
        </p:nvGrpSpPr>
        <p:grpSpPr>
          <a:xfrm>
            <a:off x="11144265" y="2157383"/>
            <a:ext cx="2857521" cy="714379"/>
            <a:chOff x="-500099" y="285734"/>
            <a:chExt cx="2653412" cy="785819"/>
          </a:xfrm>
        </p:grpSpPr>
        <p:sp>
          <p:nvSpPr>
            <p:cNvPr id="173" name="TextBox 172"/>
            <p:cNvSpPr txBox="1"/>
            <p:nvPr/>
          </p:nvSpPr>
          <p:spPr>
            <a:xfrm>
              <a:off x="-500099" y="571486"/>
              <a:ext cx="331675" cy="36945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900" b="1" smtClean="0"/>
                <a:t>props</a:t>
              </a:r>
              <a:endParaRPr lang="ru-RU" sz="900" b="1"/>
            </a:p>
          </p:txBody>
        </p:sp>
        <p:grpSp>
          <p:nvGrpSpPr>
            <p:cNvPr id="174" name="Группа 54"/>
            <p:cNvGrpSpPr/>
            <p:nvPr/>
          </p:nvGrpSpPr>
          <p:grpSpPr>
            <a:xfrm>
              <a:off x="-500098" y="785800"/>
              <a:ext cx="2653411" cy="285753"/>
              <a:chOff x="785786" y="3429006"/>
              <a:chExt cx="2653411" cy="285753"/>
            </a:xfrm>
          </p:grpSpPr>
          <p:sp>
            <p:nvSpPr>
              <p:cNvPr id="180" name="Прямоугольник 179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800" smtClean="0">
                    <a:solidFill>
                      <a:schemeClr val="tx1"/>
                    </a:solidFill>
                  </a:rPr>
                  <a:t>content</a:t>
                </a:r>
                <a:endParaRPr lang="ru-RU" sz="80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Прямоугольник 180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1200"/>
              </a:p>
            </p:txBody>
          </p:sp>
          <p:sp>
            <p:nvSpPr>
              <p:cNvPr id="182" name="Прямоугольник 181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200" smtClean="0"/>
                  <a:t>str</a:t>
                </a:r>
                <a:endParaRPr lang="ru-RU" sz="1200"/>
              </a:p>
            </p:txBody>
          </p:sp>
        </p:grpSp>
        <p:sp>
          <p:nvSpPr>
            <p:cNvPr id="176" name="TextBox 175"/>
            <p:cNvSpPr txBox="1"/>
            <p:nvPr/>
          </p:nvSpPr>
          <p:spPr>
            <a:xfrm>
              <a:off x="-500098" y="285734"/>
              <a:ext cx="2643206" cy="301743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1400" b="1" smtClean="0"/>
                <a:t>Question</a:t>
              </a:r>
              <a:endParaRPr lang="ru-RU" sz="1400" b="1"/>
            </a:p>
          </p:txBody>
        </p:sp>
      </p:grpSp>
      <p:cxnSp>
        <p:nvCxnSpPr>
          <p:cNvPr id="184" name="Соединительная линия уступом 183"/>
          <p:cNvCxnSpPr>
            <a:stCxn id="103" idx="3"/>
            <a:endCxn id="180" idx="1"/>
          </p:cNvCxnSpPr>
          <p:nvPr/>
        </p:nvCxnSpPr>
        <p:spPr>
          <a:xfrm>
            <a:off x="8715373" y="2124412"/>
            <a:ext cx="2428893" cy="617463"/>
          </a:xfrm>
          <a:prstGeom prst="bentConnector3">
            <a:avLst>
              <a:gd name="adj1" fmla="val 79412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Соединительная линия уступом 218"/>
          <p:cNvCxnSpPr>
            <a:stCxn id="109" idx="3"/>
            <a:endCxn id="215" idx="1"/>
          </p:cNvCxnSpPr>
          <p:nvPr/>
        </p:nvCxnSpPr>
        <p:spPr>
          <a:xfrm>
            <a:off x="8715373" y="1538254"/>
            <a:ext cx="2500330" cy="2536966"/>
          </a:xfrm>
          <a:prstGeom prst="bentConnector3">
            <a:avLst>
              <a:gd name="adj1" fmla="val 70952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Соединительная линия уступом 221"/>
          <p:cNvCxnSpPr>
            <a:stCxn id="109" idx="3"/>
            <a:endCxn id="212" idx="1"/>
          </p:cNvCxnSpPr>
          <p:nvPr/>
        </p:nvCxnSpPr>
        <p:spPr>
          <a:xfrm>
            <a:off x="8715373" y="1538254"/>
            <a:ext cx="2500330" cy="2786083"/>
          </a:xfrm>
          <a:prstGeom prst="bentConnector3">
            <a:avLst>
              <a:gd name="adj1" fmla="val 56095"/>
            </a:avLst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Соединительная линия уступом 225"/>
          <p:cNvCxnSpPr>
            <a:stCxn id="109" idx="3"/>
            <a:endCxn id="209" idx="1"/>
          </p:cNvCxnSpPr>
          <p:nvPr/>
        </p:nvCxnSpPr>
        <p:spPr>
          <a:xfrm>
            <a:off x="8715373" y="1538254"/>
            <a:ext cx="2500330" cy="30352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Соединительная линия уступом 231"/>
          <p:cNvCxnSpPr>
            <a:stCxn id="112" idx="3"/>
            <a:endCxn id="206" idx="1"/>
          </p:cNvCxnSpPr>
          <p:nvPr/>
        </p:nvCxnSpPr>
        <p:spPr>
          <a:xfrm>
            <a:off x="8715373" y="1245175"/>
            <a:ext cx="2500330" cy="3577396"/>
          </a:xfrm>
          <a:prstGeom prst="bentConnector3">
            <a:avLst>
              <a:gd name="adj1" fmla="val 42381"/>
            </a:avLst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Соединительная линия уступом 239"/>
          <p:cNvCxnSpPr>
            <a:stCxn id="106" idx="3"/>
            <a:endCxn id="203" idx="1"/>
          </p:cNvCxnSpPr>
          <p:nvPr/>
        </p:nvCxnSpPr>
        <p:spPr>
          <a:xfrm>
            <a:off x="8715373" y="1831333"/>
            <a:ext cx="2500330" cy="3364913"/>
          </a:xfrm>
          <a:prstGeom prst="bentConnector3">
            <a:avLst>
              <a:gd name="adj1" fmla="val 3590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Соединительная линия уступом 243"/>
          <p:cNvCxnSpPr>
            <a:stCxn id="97" idx="3"/>
            <a:endCxn id="200" idx="1"/>
          </p:cNvCxnSpPr>
          <p:nvPr/>
        </p:nvCxnSpPr>
        <p:spPr>
          <a:xfrm>
            <a:off x="8715373" y="3003630"/>
            <a:ext cx="2500330" cy="2566276"/>
          </a:xfrm>
          <a:prstGeom prst="bentConnector3">
            <a:avLst>
              <a:gd name="adj1" fmla="val 14191"/>
            </a:avLst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Соединительная линия уступом 282"/>
          <p:cNvCxnSpPr>
            <a:stCxn id="250" idx="1"/>
            <a:endCxn id="78" idx="3"/>
          </p:cNvCxnSpPr>
          <p:nvPr/>
        </p:nvCxnSpPr>
        <p:spPr>
          <a:xfrm rot="10800000">
            <a:off x="3986727" y="2747205"/>
            <a:ext cx="7228976" cy="3606704"/>
          </a:xfrm>
          <a:prstGeom prst="bentConnector3">
            <a:avLst>
              <a:gd name="adj1" fmla="val 92601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Соединительная линия уступом 292"/>
          <p:cNvCxnSpPr>
            <a:stCxn id="77" idx="1"/>
            <a:endCxn id="40" idx="1"/>
          </p:cNvCxnSpPr>
          <p:nvPr/>
        </p:nvCxnSpPr>
        <p:spPr>
          <a:xfrm rot="10800000">
            <a:off x="428565" y="1003387"/>
            <a:ext cx="1588" cy="1743819"/>
          </a:xfrm>
          <a:prstGeom prst="bentConnector3">
            <a:avLst>
              <a:gd name="adj1" fmla="val 143954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7" name="Группа 316"/>
          <p:cNvGrpSpPr/>
          <p:nvPr/>
        </p:nvGrpSpPr>
        <p:grpSpPr>
          <a:xfrm>
            <a:off x="11215703" y="3514705"/>
            <a:ext cx="3644926" cy="4000528"/>
            <a:chOff x="11144265" y="3586143"/>
            <a:chExt cx="3644926" cy="4000528"/>
          </a:xfrm>
        </p:grpSpPr>
        <p:grpSp>
          <p:nvGrpSpPr>
            <p:cNvPr id="268" name="Группа 267"/>
            <p:cNvGrpSpPr/>
            <p:nvPr/>
          </p:nvGrpSpPr>
          <p:grpSpPr>
            <a:xfrm>
              <a:off x="11144265" y="3586143"/>
              <a:ext cx="3643338" cy="3427194"/>
              <a:chOff x="11144265" y="3586143"/>
              <a:chExt cx="3643338" cy="3427194"/>
            </a:xfrm>
          </p:grpSpPr>
          <p:grpSp>
            <p:nvGrpSpPr>
              <p:cNvPr id="188" name="Группа 187"/>
              <p:cNvGrpSpPr/>
              <p:nvPr/>
            </p:nvGrpSpPr>
            <p:grpSpPr>
              <a:xfrm>
                <a:off x="11144265" y="3586143"/>
                <a:ext cx="3643338" cy="2428892"/>
                <a:chOff x="-500098" y="285734"/>
                <a:chExt cx="2653411" cy="2786082"/>
              </a:xfrm>
            </p:grpSpPr>
            <p:sp>
              <p:nvSpPr>
                <p:cNvPr id="189" name="TextBox 188"/>
                <p:cNvSpPr txBox="1"/>
                <p:nvPr/>
              </p:nvSpPr>
              <p:spPr>
                <a:xfrm>
                  <a:off x="-500098" y="571486"/>
                  <a:ext cx="260138" cy="38525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900" b="1" smtClean="0"/>
                    <a:t>props</a:t>
                  </a:r>
                  <a:endParaRPr lang="ru-RU" sz="900" b="1"/>
                </a:p>
              </p:txBody>
            </p:sp>
            <p:grpSp>
              <p:nvGrpSpPr>
                <p:cNvPr id="190" name="Группа 54"/>
                <p:cNvGrpSpPr/>
                <p:nvPr/>
              </p:nvGrpSpPr>
              <p:grpSpPr>
                <a:xfrm>
                  <a:off x="-500098" y="785800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15" name="Прямоугольник 214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800" smtClean="0">
                        <a:solidFill>
                          <a:schemeClr val="tx1"/>
                        </a:solidFill>
                      </a:rPr>
                      <a:t>key</a:t>
                    </a:r>
                    <a:endParaRPr lang="ru-RU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6" name="Прямоугольник 215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200"/>
                  </a:p>
                </p:txBody>
              </p:sp>
              <p:sp>
                <p:nvSpPr>
                  <p:cNvPr id="217" name="Прямоугольник 216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err="1" smtClean="0"/>
                      <a:t>str</a:t>
                    </a:r>
                    <a:endParaRPr lang="ru-RU" sz="1200"/>
                  </a:p>
                </p:txBody>
              </p:sp>
            </p:grpSp>
            <p:grpSp>
              <p:nvGrpSpPr>
                <p:cNvPr id="191" name="Группа 55"/>
                <p:cNvGrpSpPr/>
                <p:nvPr/>
              </p:nvGrpSpPr>
              <p:grpSpPr>
                <a:xfrm>
                  <a:off x="-500098" y="1071552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12" name="Прямоугольник 211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800" b="0" baseline="0" smtClean="0">
                        <a:solidFill>
                          <a:schemeClr val="tx1"/>
                        </a:solidFill>
                      </a:rPr>
                      <a:t>answerContent</a:t>
                    </a:r>
                    <a:endParaRPr lang="ru-RU" sz="8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3" name="Прямоугольник 212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200"/>
                  </a:p>
                </p:txBody>
              </p:sp>
              <p:sp>
                <p:nvSpPr>
                  <p:cNvPr id="214" name="Прямоугольник 213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str</a:t>
                    </a:r>
                    <a:endParaRPr lang="ru-RU" sz="1200"/>
                  </a:p>
                </p:txBody>
              </p:sp>
            </p:grpSp>
            <p:grpSp>
              <p:nvGrpSpPr>
                <p:cNvPr id="192" name="Группа 59"/>
                <p:cNvGrpSpPr/>
                <p:nvPr/>
              </p:nvGrpSpPr>
              <p:grpSpPr>
                <a:xfrm>
                  <a:off x="-500098" y="1357304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09" name="Прямоугольник 208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800" smtClean="0">
                        <a:solidFill>
                          <a:schemeClr val="tx1"/>
                        </a:solidFill>
                      </a:rPr>
                      <a:t>answerType</a:t>
                    </a:r>
                    <a:endParaRPr lang="ru-RU" sz="8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0" name="Прямоугольник 209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200"/>
                  </a:p>
                </p:txBody>
              </p:sp>
              <p:sp>
                <p:nvSpPr>
                  <p:cNvPr id="211" name="Прямоугольник 210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str</a:t>
                    </a:r>
                    <a:endParaRPr lang="ru-RU" sz="1200"/>
                  </a:p>
                </p:txBody>
              </p:sp>
            </p:grpSp>
            <p:grpSp>
              <p:nvGrpSpPr>
                <p:cNvPr id="193" name="Группа 63"/>
                <p:cNvGrpSpPr/>
                <p:nvPr/>
              </p:nvGrpSpPr>
              <p:grpSpPr>
                <a:xfrm>
                  <a:off x="-500098" y="1643056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06" name="Прямоугольник 205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800" smtClean="0">
                        <a:solidFill>
                          <a:schemeClr val="tx1"/>
                        </a:solidFill>
                      </a:rPr>
                      <a:t>answer</a:t>
                    </a:r>
                    <a:endParaRPr lang="ru-RU" sz="8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7" name="Прямоугольник 206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200"/>
                  </a:p>
                </p:txBody>
              </p:sp>
              <p:sp>
                <p:nvSpPr>
                  <p:cNvPr id="208" name="Прямоугольник 207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str</a:t>
                    </a:r>
                    <a:endParaRPr lang="ru-RU" sz="1200"/>
                  </a:p>
                </p:txBody>
              </p:sp>
            </p:grpSp>
            <p:grpSp>
              <p:nvGrpSpPr>
                <p:cNvPr id="194" name="Группа 67"/>
                <p:cNvGrpSpPr/>
                <p:nvPr/>
              </p:nvGrpSpPr>
              <p:grpSpPr>
                <a:xfrm>
                  <a:off x="-500098" y="1928808"/>
                  <a:ext cx="2653411" cy="571504"/>
                  <a:chOff x="785786" y="3429006"/>
                  <a:chExt cx="2653411" cy="285753"/>
                </a:xfrm>
              </p:grpSpPr>
              <p:sp>
                <p:nvSpPr>
                  <p:cNvPr id="203" name="Прямоугольник 202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800" b="0" baseline="0" smtClean="0">
                        <a:solidFill>
                          <a:schemeClr val="tx1"/>
                        </a:solidFill>
                      </a:rPr>
                      <a:t>questionId</a:t>
                    </a:r>
                    <a:endParaRPr lang="ru-RU" sz="8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4" name="Прямоугольник 203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endParaRPr lang="en-US" sz="800" b="0" baseline="0" smtClean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5" name="Прямоугольник 204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num</a:t>
                    </a:r>
                    <a:endParaRPr lang="ru-RU" sz="1200"/>
                  </a:p>
                </p:txBody>
              </p:sp>
            </p:grpSp>
            <p:grpSp>
              <p:nvGrpSpPr>
                <p:cNvPr id="195" name="Группа 71"/>
                <p:cNvGrpSpPr/>
                <p:nvPr/>
              </p:nvGrpSpPr>
              <p:grpSpPr>
                <a:xfrm>
                  <a:off x="-500098" y="2500293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00" name="Прямоугольник 199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800" smtClean="0">
                        <a:solidFill>
                          <a:schemeClr val="tx1"/>
                        </a:solidFill>
                      </a:rPr>
                      <a:t>onAnswerSelected</a:t>
                    </a:r>
                    <a:endParaRPr lang="ru-RU" sz="8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1" name="Прямоугольник 200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200"/>
                  </a:p>
                </p:txBody>
              </p:sp>
              <p:sp>
                <p:nvSpPr>
                  <p:cNvPr id="202" name="Прямоугольник 201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func</a:t>
                    </a:r>
                    <a:endParaRPr lang="ru-RU" sz="1200"/>
                  </a:p>
                </p:txBody>
              </p:sp>
            </p:grpSp>
            <p:grpSp>
              <p:nvGrpSpPr>
                <p:cNvPr id="196" name="Группа 75"/>
                <p:cNvGrpSpPr/>
                <p:nvPr/>
              </p:nvGrpSpPr>
              <p:grpSpPr>
                <a:xfrm>
                  <a:off x="-500098" y="2786064"/>
                  <a:ext cx="2643207" cy="285752"/>
                  <a:chOff x="785786" y="3429006"/>
                  <a:chExt cx="1797006" cy="285752"/>
                </a:xfrm>
              </p:grpSpPr>
              <p:sp>
                <p:nvSpPr>
                  <p:cNvPr id="198" name="Прямоугольник 197"/>
                  <p:cNvSpPr/>
                  <p:nvPr/>
                </p:nvSpPr>
                <p:spPr>
                  <a:xfrm>
                    <a:off x="785786" y="3429006"/>
                    <a:ext cx="1285884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None/>
                    </a:pPr>
                    <a:r>
                      <a:rPr lang="en-US" sz="800" smtClean="0">
                        <a:solidFill>
                          <a:schemeClr val="tx1"/>
                        </a:solidFill>
                      </a:rPr>
                      <a:t>render</a:t>
                    </a:r>
                    <a:endParaRPr lang="ru-RU" sz="8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9" name="Прямоугольник 198"/>
                  <p:cNvSpPr/>
                  <p:nvPr/>
                </p:nvSpPr>
                <p:spPr>
                  <a:xfrm>
                    <a:off x="1725536" y="3429006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200"/>
                  </a:p>
                </p:txBody>
              </p:sp>
            </p:grpSp>
            <p:sp>
              <p:nvSpPr>
                <p:cNvPr id="197" name="TextBox 196"/>
                <p:cNvSpPr txBox="1"/>
                <p:nvPr/>
              </p:nvSpPr>
              <p:spPr>
                <a:xfrm>
                  <a:off x="-500098" y="285734"/>
                  <a:ext cx="2643206" cy="314651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1400" b="1" smtClean="0"/>
                    <a:t>AnswerOption</a:t>
                  </a:r>
                  <a:endParaRPr lang="ru-RU" sz="1400" b="1"/>
                </a:p>
              </p:txBody>
            </p:sp>
          </p:grpSp>
          <p:grpSp>
            <p:nvGrpSpPr>
              <p:cNvPr id="267" name="Группа 266"/>
              <p:cNvGrpSpPr/>
              <p:nvPr/>
            </p:nvGrpSpPr>
            <p:grpSpPr>
              <a:xfrm>
                <a:off x="11144265" y="6015035"/>
                <a:ext cx="3643338" cy="998302"/>
                <a:chOff x="10858513" y="7015167"/>
                <a:chExt cx="3643338" cy="998302"/>
              </a:xfrm>
            </p:grpSpPr>
            <p:grpSp>
              <p:nvGrpSpPr>
                <p:cNvPr id="259" name="Группа 258"/>
                <p:cNvGrpSpPr/>
                <p:nvPr/>
              </p:nvGrpSpPr>
              <p:grpSpPr>
                <a:xfrm>
                  <a:off x="10858513" y="7300919"/>
                  <a:ext cx="3643338" cy="249118"/>
                  <a:chOff x="11110193" y="6157910"/>
                  <a:chExt cx="3643338" cy="249118"/>
                </a:xfrm>
              </p:grpSpPr>
              <p:sp>
                <p:nvSpPr>
                  <p:cNvPr id="250" name="Прямоугольник 249"/>
                  <p:cNvSpPr/>
                  <p:nvPr/>
                </p:nvSpPr>
                <p:spPr>
                  <a:xfrm>
                    <a:off x="11110193" y="6157911"/>
                    <a:ext cx="1191091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r>
                      <a:rPr lang="en-US" sz="1000" smtClean="0">
                        <a:solidFill>
                          <a:schemeClr val="tx1"/>
                        </a:solidFill>
                      </a:rPr>
                      <a:t>value</a:t>
                    </a:r>
                    <a:endParaRPr lang="ru-RU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1" name="Прямоугольник 250"/>
                  <p:cNvSpPr/>
                  <p:nvPr/>
                </p:nvSpPr>
                <p:spPr>
                  <a:xfrm>
                    <a:off x="12287273" y="6157911"/>
                    <a:ext cx="1177079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000"/>
                  </a:p>
                </p:txBody>
              </p:sp>
              <p:sp>
                <p:nvSpPr>
                  <p:cNvPr id="252" name="Прямоугольник 251"/>
                  <p:cNvSpPr/>
                  <p:nvPr/>
                </p:nvSpPr>
                <p:spPr>
                  <a:xfrm>
                    <a:off x="13464350" y="6157910"/>
                    <a:ext cx="1289181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000" err="1" smtClean="0"/>
                      <a:t>str</a:t>
                    </a:r>
                    <a:endParaRPr lang="ru-RU" sz="1000"/>
                  </a:p>
                </p:txBody>
              </p:sp>
            </p:grpSp>
            <p:grpSp>
              <p:nvGrpSpPr>
                <p:cNvPr id="260" name="Группа 259"/>
                <p:cNvGrpSpPr/>
                <p:nvPr/>
              </p:nvGrpSpPr>
              <p:grpSpPr>
                <a:xfrm>
                  <a:off x="10858513" y="7515233"/>
                  <a:ext cx="3643338" cy="249118"/>
                  <a:chOff x="11147562" y="6872291"/>
                  <a:chExt cx="3643338" cy="249118"/>
                </a:xfrm>
              </p:grpSpPr>
              <p:sp>
                <p:nvSpPr>
                  <p:cNvPr id="253" name="Прямоугольник 252"/>
                  <p:cNvSpPr/>
                  <p:nvPr/>
                </p:nvSpPr>
                <p:spPr>
                  <a:xfrm>
                    <a:off x="11147562" y="6872292"/>
                    <a:ext cx="1191091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r>
                      <a:rPr lang="en-US" sz="1000" smtClean="0">
                        <a:solidFill>
                          <a:schemeClr val="tx1"/>
                        </a:solidFill>
                      </a:rPr>
                      <a:t>disable</a:t>
                    </a:r>
                    <a:endParaRPr lang="ru-RU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4" name="Прямоугольник 253"/>
                  <p:cNvSpPr/>
                  <p:nvPr/>
                </p:nvSpPr>
                <p:spPr>
                  <a:xfrm>
                    <a:off x="12324642" y="6872292"/>
                    <a:ext cx="1177079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000"/>
                  </a:p>
                </p:txBody>
              </p:sp>
              <p:sp>
                <p:nvSpPr>
                  <p:cNvPr id="255" name="Прямоугольник 254"/>
                  <p:cNvSpPr/>
                  <p:nvPr/>
                </p:nvSpPr>
                <p:spPr>
                  <a:xfrm>
                    <a:off x="13501719" y="6872291"/>
                    <a:ext cx="1289181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000" err="1" smtClean="0"/>
                      <a:t>str</a:t>
                    </a:r>
                    <a:endParaRPr lang="ru-RU" sz="1000"/>
                  </a:p>
                </p:txBody>
              </p:sp>
            </p:grpSp>
            <p:grpSp>
              <p:nvGrpSpPr>
                <p:cNvPr id="262" name="Группа 261"/>
                <p:cNvGrpSpPr/>
                <p:nvPr/>
              </p:nvGrpSpPr>
              <p:grpSpPr>
                <a:xfrm>
                  <a:off x="10858513" y="7764351"/>
                  <a:ext cx="3643338" cy="249118"/>
                  <a:chOff x="11147562" y="6872291"/>
                  <a:chExt cx="3643338" cy="249118"/>
                </a:xfrm>
              </p:grpSpPr>
              <p:sp>
                <p:nvSpPr>
                  <p:cNvPr id="263" name="Прямоугольник 262"/>
                  <p:cNvSpPr/>
                  <p:nvPr/>
                </p:nvSpPr>
                <p:spPr>
                  <a:xfrm>
                    <a:off x="11147562" y="6872292"/>
                    <a:ext cx="1191091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r>
                      <a:rPr lang="en-US" sz="1000" smtClean="0">
                        <a:solidFill>
                          <a:schemeClr val="tx1"/>
                        </a:solidFill>
                      </a:rPr>
                      <a:t>onChange</a:t>
                    </a:r>
                    <a:endParaRPr lang="ru-RU" sz="1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4" name="Прямоугольник 263"/>
                  <p:cNvSpPr/>
                  <p:nvPr/>
                </p:nvSpPr>
                <p:spPr>
                  <a:xfrm>
                    <a:off x="12324642" y="6872292"/>
                    <a:ext cx="1177079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1000"/>
                  </a:p>
                </p:txBody>
              </p:sp>
              <p:sp>
                <p:nvSpPr>
                  <p:cNvPr id="265" name="Прямоугольник 264"/>
                  <p:cNvSpPr/>
                  <p:nvPr/>
                </p:nvSpPr>
                <p:spPr>
                  <a:xfrm>
                    <a:off x="13501719" y="6872291"/>
                    <a:ext cx="1289181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000" err="1" smtClean="0"/>
                      <a:t>str</a:t>
                    </a:r>
                    <a:endParaRPr lang="ru-RU" sz="1000"/>
                  </a:p>
                </p:txBody>
              </p:sp>
            </p:grpSp>
            <p:sp>
              <p:nvSpPr>
                <p:cNvPr id="266" name="Прямоугольник 265"/>
                <p:cNvSpPr/>
                <p:nvPr/>
              </p:nvSpPr>
              <p:spPr>
                <a:xfrm>
                  <a:off x="10858513" y="7015167"/>
                  <a:ext cx="642942" cy="285752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u="sng" smtClean="0"/>
                    <a:t>input</a:t>
                  </a:r>
                  <a:endParaRPr lang="ru-RU" sz="1200" u="sng"/>
                </a:p>
              </p:txBody>
            </p:sp>
          </p:grpSp>
        </p:grpSp>
        <p:cxnSp>
          <p:nvCxnSpPr>
            <p:cNvPr id="270" name="Соединительная линия уступом 269"/>
            <p:cNvCxnSpPr>
              <a:stCxn id="202" idx="3"/>
              <a:endCxn id="265" idx="3"/>
            </p:cNvCxnSpPr>
            <p:nvPr/>
          </p:nvCxnSpPr>
          <p:spPr>
            <a:xfrm>
              <a:off x="14787603" y="5641343"/>
              <a:ext cx="1588" cy="1247435"/>
            </a:xfrm>
            <a:prstGeom prst="bentConnector3">
              <a:avLst>
                <a:gd name="adj1" fmla="val 14395466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Соединительная линия уступом 275"/>
            <p:cNvCxnSpPr>
              <a:stCxn id="211" idx="3"/>
              <a:endCxn id="252" idx="3"/>
            </p:cNvCxnSpPr>
            <p:nvPr/>
          </p:nvCxnSpPr>
          <p:spPr>
            <a:xfrm>
              <a:off x="14787603" y="4644891"/>
              <a:ext cx="1588" cy="1780455"/>
            </a:xfrm>
            <a:prstGeom prst="bentConnector3">
              <a:avLst>
                <a:gd name="adj1" fmla="val 28519278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8" name="Группа 297"/>
            <p:cNvGrpSpPr/>
            <p:nvPr/>
          </p:nvGrpSpPr>
          <p:grpSpPr>
            <a:xfrm>
              <a:off x="11144265" y="7015167"/>
              <a:ext cx="3643338" cy="249118"/>
              <a:chOff x="11181631" y="7443794"/>
              <a:chExt cx="3643338" cy="249118"/>
            </a:xfrm>
          </p:grpSpPr>
          <p:sp>
            <p:nvSpPr>
              <p:cNvPr id="295" name="Прямоугольник 294"/>
              <p:cNvSpPr/>
              <p:nvPr/>
            </p:nvSpPr>
            <p:spPr>
              <a:xfrm>
                <a:off x="11181631" y="7443795"/>
                <a:ext cx="119109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r>
                  <a:rPr lang="en-US" sz="1000" smtClean="0">
                    <a:solidFill>
                      <a:schemeClr val="tx1"/>
                    </a:solidFill>
                  </a:rPr>
                  <a:t>id</a:t>
                </a:r>
                <a:endParaRPr lang="ru-RU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Прямоугольник 295"/>
              <p:cNvSpPr/>
              <p:nvPr/>
            </p:nvSpPr>
            <p:spPr>
              <a:xfrm>
                <a:off x="12358711" y="7443795"/>
                <a:ext cx="1177079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1000"/>
              </a:p>
            </p:txBody>
          </p:sp>
          <p:sp>
            <p:nvSpPr>
              <p:cNvPr id="297" name="Прямоугольник 296"/>
              <p:cNvSpPr/>
              <p:nvPr/>
            </p:nvSpPr>
            <p:spPr>
              <a:xfrm>
                <a:off x="13535788" y="7443794"/>
                <a:ext cx="128918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000" err="1" smtClean="0"/>
                  <a:t>str</a:t>
                </a:r>
                <a:endParaRPr lang="ru-RU" sz="1000"/>
              </a:p>
            </p:txBody>
          </p:sp>
        </p:grpSp>
        <p:cxnSp>
          <p:nvCxnSpPr>
            <p:cNvPr id="300" name="Соединительная линия уступом 299"/>
            <p:cNvCxnSpPr>
              <a:stCxn id="211" idx="3"/>
              <a:endCxn id="297" idx="3"/>
            </p:cNvCxnSpPr>
            <p:nvPr/>
          </p:nvCxnSpPr>
          <p:spPr>
            <a:xfrm>
              <a:off x="14787603" y="4644891"/>
              <a:ext cx="1588" cy="2494835"/>
            </a:xfrm>
            <a:prstGeom prst="bentConnector3">
              <a:avLst>
                <a:gd name="adj1" fmla="val 37210906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3" name="Группа 302"/>
            <p:cNvGrpSpPr/>
            <p:nvPr/>
          </p:nvGrpSpPr>
          <p:grpSpPr>
            <a:xfrm>
              <a:off x="11144265" y="7229481"/>
              <a:ext cx="3643338" cy="357190"/>
              <a:chOff x="11181631" y="7443794"/>
              <a:chExt cx="3643338" cy="249118"/>
            </a:xfrm>
          </p:grpSpPr>
          <p:sp>
            <p:nvSpPr>
              <p:cNvPr id="304" name="Прямоугольник 303"/>
              <p:cNvSpPr/>
              <p:nvPr/>
            </p:nvSpPr>
            <p:spPr>
              <a:xfrm>
                <a:off x="11181631" y="7443795"/>
                <a:ext cx="119109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r>
                  <a:rPr lang="en-US" sz="1000" smtClean="0">
                    <a:solidFill>
                      <a:schemeClr val="tx1"/>
                    </a:solidFill>
                  </a:rPr>
                  <a:t>checked</a:t>
                </a:r>
                <a:endParaRPr lang="ru-RU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305" name="Прямоугольник 304"/>
              <p:cNvSpPr/>
              <p:nvPr/>
            </p:nvSpPr>
            <p:spPr>
              <a:xfrm>
                <a:off x="12358711" y="7443795"/>
                <a:ext cx="1485359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000" smtClean="0"/>
                  <a:t>answerType===answer</a:t>
                </a:r>
                <a:endParaRPr lang="ru-RU" sz="1000"/>
              </a:p>
            </p:txBody>
          </p:sp>
          <p:sp>
            <p:nvSpPr>
              <p:cNvPr id="306" name="Прямоугольник 305"/>
              <p:cNvSpPr/>
              <p:nvPr/>
            </p:nvSpPr>
            <p:spPr>
              <a:xfrm>
                <a:off x="13844070" y="7443794"/>
                <a:ext cx="980899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000" smtClean="0"/>
                  <a:t>boolean</a:t>
                </a:r>
                <a:endParaRPr lang="ru-RU" sz="1000"/>
              </a:p>
            </p:txBody>
          </p:sp>
        </p:grpSp>
        <p:cxnSp>
          <p:nvCxnSpPr>
            <p:cNvPr id="308" name="Соединительная линия уступом 307"/>
            <p:cNvCxnSpPr>
              <a:stCxn id="211" idx="3"/>
              <a:endCxn id="306" idx="3"/>
            </p:cNvCxnSpPr>
            <p:nvPr/>
          </p:nvCxnSpPr>
          <p:spPr>
            <a:xfrm>
              <a:off x="14787603" y="4644891"/>
              <a:ext cx="1588" cy="2763185"/>
            </a:xfrm>
            <a:prstGeom prst="bentConnector3">
              <a:avLst>
                <a:gd name="adj1" fmla="val 59483205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Соединительная линия уступом 311"/>
            <p:cNvCxnSpPr>
              <a:stCxn id="208" idx="3"/>
              <a:endCxn id="306" idx="3"/>
            </p:cNvCxnSpPr>
            <p:nvPr/>
          </p:nvCxnSpPr>
          <p:spPr>
            <a:xfrm>
              <a:off x="14787603" y="4894008"/>
              <a:ext cx="1588" cy="2514068"/>
            </a:xfrm>
            <a:prstGeom prst="bentConnector3">
              <a:avLst>
                <a:gd name="adj1" fmla="val 68174769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7" name="Соединительная линия уступом 326"/>
          <p:cNvCxnSpPr>
            <a:stCxn id="214" idx="3"/>
            <a:endCxn id="199" idx="3"/>
          </p:cNvCxnSpPr>
          <p:nvPr/>
        </p:nvCxnSpPr>
        <p:spPr>
          <a:xfrm flipH="1">
            <a:off x="14845030" y="4324336"/>
            <a:ext cx="14011" cy="1494703"/>
          </a:xfrm>
          <a:prstGeom prst="bentConnector3">
            <a:avLst>
              <a:gd name="adj1" fmla="val -88377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Соединительная линия уступом 115"/>
          <p:cNvCxnSpPr>
            <a:stCxn id="54" idx="3"/>
            <a:endCxn id="110" idx="1"/>
          </p:cNvCxnSpPr>
          <p:nvPr/>
        </p:nvCxnSpPr>
        <p:spPr>
          <a:xfrm>
            <a:off x="4000465" y="1074822"/>
            <a:ext cx="1240548" cy="86095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Соединительная линия уступом 118"/>
          <p:cNvCxnSpPr>
            <a:stCxn id="59" idx="3"/>
            <a:endCxn id="107" idx="1"/>
          </p:cNvCxnSpPr>
          <p:nvPr/>
        </p:nvCxnSpPr>
        <p:spPr>
          <a:xfrm>
            <a:off x="4000465" y="1323939"/>
            <a:ext cx="1240548" cy="14287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Соединительная линия уступом 121"/>
          <p:cNvCxnSpPr>
            <a:stCxn id="63" idx="3"/>
            <a:endCxn id="104" idx="1"/>
          </p:cNvCxnSpPr>
          <p:nvPr/>
        </p:nvCxnSpPr>
        <p:spPr>
          <a:xfrm>
            <a:off x="4000465" y="1573056"/>
            <a:ext cx="1240548" cy="186840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Соединительная линия уступом 124"/>
          <p:cNvCxnSpPr>
            <a:stCxn id="67" idx="3"/>
            <a:endCxn id="101" idx="1"/>
          </p:cNvCxnSpPr>
          <p:nvPr/>
        </p:nvCxnSpPr>
        <p:spPr>
          <a:xfrm>
            <a:off x="4000465" y="1822172"/>
            <a:ext cx="1240548" cy="230803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26"/>
          <p:cNvGrpSpPr/>
          <p:nvPr/>
        </p:nvGrpSpPr>
        <p:grpSpPr>
          <a:xfrm>
            <a:off x="11072827" y="800061"/>
            <a:ext cx="2846357" cy="928694"/>
            <a:chOff x="-500098" y="285734"/>
            <a:chExt cx="2653411" cy="1071571"/>
          </a:xfrm>
        </p:grpSpPr>
        <p:sp>
          <p:nvSpPr>
            <p:cNvPr id="128" name="TextBox 127"/>
            <p:cNvSpPr txBox="1"/>
            <p:nvPr/>
          </p:nvSpPr>
          <p:spPr>
            <a:xfrm>
              <a:off x="-500098" y="571487"/>
              <a:ext cx="266382" cy="38753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900" b="1" smtClean="0"/>
                <a:t>props</a:t>
              </a:r>
              <a:endParaRPr lang="ru-RU" sz="900" b="1"/>
            </a:p>
          </p:txBody>
        </p:sp>
        <p:grpSp>
          <p:nvGrpSpPr>
            <p:cNvPr id="20" name="Группа 54"/>
            <p:cNvGrpSpPr/>
            <p:nvPr/>
          </p:nvGrpSpPr>
          <p:grpSpPr>
            <a:xfrm>
              <a:off x="-500098" y="785800"/>
              <a:ext cx="2653411" cy="285753"/>
              <a:chOff x="785786" y="3429006"/>
              <a:chExt cx="2653411" cy="285753"/>
            </a:xfrm>
          </p:grpSpPr>
          <p:sp>
            <p:nvSpPr>
              <p:cNvPr id="154" name="Прямоугольник 153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900" smtClean="0">
                    <a:solidFill>
                      <a:schemeClr val="tx1"/>
                    </a:solidFill>
                  </a:rPr>
                  <a:t>counter</a:t>
                </a:r>
                <a:endParaRPr lang="ru-RU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Прямоугольник 154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  <p:sp>
            <p:nvSpPr>
              <p:cNvPr id="156" name="Прямоугольник 155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num</a:t>
                </a:r>
                <a:endParaRPr lang="ru-RU" sz="900"/>
              </a:p>
            </p:txBody>
          </p:sp>
        </p:grpSp>
        <p:grpSp>
          <p:nvGrpSpPr>
            <p:cNvPr id="21" name="Группа 55"/>
            <p:cNvGrpSpPr/>
            <p:nvPr/>
          </p:nvGrpSpPr>
          <p:grpSpPr>
            <a:xfrm>
              <a:off x="-500098" y="1071552"/>
              <a:ext cx="2653411" cy="285753"/>
              <a:chOff x="785786" y="3429006"/>
              <a:chExt cx="2653411" cy="285753"/>
            </a:xfrm>
          </p:grpSpPr>
          <p:sp>
            <p:nvSpPr>
              <p:cNvPr id="151" name="Прямоугольник 150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900" b="0" baseline="0" smtClean="0">
                    <a:solidFill>
                      <a:schemeClr val="tx1"/>
                    </a:solidFill>
                  </a:rPr>
                  <a:t>total</a:t>
                </a:r>
                <a:endParaRPr lang="ru-RU" sz="9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Прямоугольник 151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  <p:sp>
            <p:nvSpPr>
              <p:cNvPr id="153" name="Прямоугольник 152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num</a:t>
                </a:r>
                <a:endParaRPr lang="ru-RU" sz="900"/>
              </a:p>
            </p:txBody>
          </p:sp>
        </p:grpSp>
        <p:sp>
          <p:nvSpPr>
            <p:cNvPr id="136" name="TextBox 135"/>
            <p:cNvSpPr txBox="1"/>
            <p:nvPr/>
          </p:nvSpPr>
          <p:spPr>
            <a:xfrm>
              <a:off x="-500098" y="285734"/>
              <a:ext cx="2643206" cy="22773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900" b="1" smtClean="0"/>
                <a:t>QuestionCount</a:t>
              </a:r>
              <a:endParaRPr lang="ru-RU" sz="900" b="1"/>
            </a:p>
          </p:txBody>
        </p:sp>
      </p:grpSp>
      <p:cxnSp>
        <p:nvCxnSpPr>
          <p:cNvPr id="161" name="Соединительная линия уступом 160"/>
          <p:cNvCxnSpPr>
            <a:stCxn id="100" idx="3"/>
            <a:endCxn id="151" idx="1"/>
          </p:cNvCxnSpPr>
          <p:nvPr/>
        </p:nvCxnSpPr>
        <p:spPr>
          <a:xfrm flipV="1">
            <a:off x="8598599" y="1604930"/>
            <a:ext cx="2474228" cy="887661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Соединительная линия уступом 169"/>
          <p:cNvCxnSpPr>
            <a:stCxn id="106" idx="3"/>
            <a:endCxn id="154" idx="1"/>
          </p:cNvCxnSpPr>
          <p:nvPr/>
        </p:nvCxnSpPr>
        <p:spPr>
          <a:xfrm flipV="1">
            <a:off x="8598599" y="1357278"/>
            <a:ext cx="2474228" cy="402617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Группа 171"/>
          <p:cNvGrpSpPr/>
          <p:nvPr/>
        </p:nvGrpSpPr>
        <p:grpSpPr>
          <a:xfrm>
            <a:off x="11144265" y="2157383"/>
            <a:ext cx="2857521" cy="714379"/>
            <a:chOff x="-500099" y="285734"/>
            <a:chExt cx="2653412" cy="785819"/>
          </a:xfrm>
        </p:grpSpPr>
        <p:sp>
          <p:nvSpPr>
            <p:cNvPr id="173" name="TextBox 172"/>
            <p:cNvSpPr txBox="1"/>
            <p:nvPr/>
          </p:nvSpPr>
          <p:spPr>
            <a:xfrm>
              <a:off x="-500099" y="571486"/>
              <a:ext cx="331675" cy="36945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900" b="1" smtClean="0"/>
                <a:t>props</a:t>
              </a:r>
              <a:endParaRPr lang="ru-RU" sz="900" b="1"/>
            </a:p>
          </p:txBody>
        </p:sp>
        <p:grpSp>
          <p:nvGrpSpPr>
            <p:cNvPr id="23" name="Группа 54"/>
            <p:cNvGrpSpPr/>
            <p:nvPr/>
          </p:nvGrpSpPr>
          <p:grpSpPr>
            <a:xfrm>
              <a:off x="-500098" y="785800"/>
              <a:ext cx="2653411" cy="285753"/>
              <a:chOff x="785786" y="3429006"/>
              <a:chExt cx="2653411" cy="285753"/>
            </a:xfrm>
          </p:grpSpPr>
          <p:sp>
            <p:nvSpPr>
              <p:cNvPr id="180" name="Прямоугольник 179"/>
              <p:cNvSpPr/>
              <p:nvPr/>
            </p:nvSpPr>
            <p:spPr>
              <a:xfrm>
                <a:off x="785786" y="3429007"/>
                <a:ext cx="867461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900" smtClean="0">
                    <a:solidFill>
                      <a:schemeClr val="tx1"/>
                    </a:solidFill>
                  </a:rPr>
                  <a:t>content</a:t>
                </a:r>
                <a:endParaRPr lang="ru-RU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Прямоугольник 180"/>
              <p:cNvSpPr/>
              <p:nvPr/>
            </p:nvSpPr>
            <p:spPr>
              <a:xfrm>
                <a:off x="1643043" y="3429007"/>
                <a:ext cx="857256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  <p:sp>
            <p:nvSpPr>
              <p:cNvPr id="182" name="Прямоугольник 181"/>
              <p:cNvSpPr/>
              <p:nvPr/>
            </p:nvSpPr>
            <p:spPr>
              <a:xfrm>
                <a:off x="2500298" y="3429006"/>
                <a:ext cx="938899" cy="28575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str</a:t>
                </a:r>
                <a:endParaRPr lang="ru-RU" sz="900"/>
              </a:p>
            </p:txBody>
          </p:sp>
        </p:grpSp>
        <p:sp>
          <p:nvSpPr>
            <p:cNvPr id="176" name="TextBox 175"/>
            <p:cNvSpPr txBox="1"/>
            <p:nvPr/>
          </p:nvSpPr>
          <p:spPr>
            <a:xfrm>
              <a:off x="-500098" y="285734"/>
              <a:ext cx="2643206" cy="21710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lIns="58299" tIns="29149" rIns="58299" bIns="29149" rtlCol="0">
              <a:spAutoFit/>
            </a:bodyPr>
            <a:lstStyle/>
            <a:p>
              <a:r>
                <a:rPr lang="en-US" sz="900" b="1" smtClean="0"/>
                <a:t>Question</a:t>
              </a:r>
              <a:endParaRPr lang="ru-RU" sz="900" b="1"/>
            </a:p>
          </p:txBody>
        </p:sp>
      </p:grpSp>
      <p:cxnSp>
        <p:nvCxnSpPr>
          <p:cNvPr id="184" name="Соединительная линия уступом 183"/>
          <p:cNvCxnSpPr>
            <a:stCxn id="103" idx="3"/>
            <a:endCxn id="180" idx="1"/>
          </p:cNvCxnSpPr>
          <p:nvPr/>
        </p:nvCxnSpPr>
        <p:spPr>
          <a:xfrm>
            <a:off x="8598599" y="2052974"/>
            <a:ext cx="2545667" cy="688901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Соединительная линия уступом 218"/>
          <p:cNvCxnSpPr>
            <a:stCxn id="109" idx="3"/>
            <a:endCxn id="215" idx="1"/>
          </p:cNvCxnSpPr>
          <p:nvPr/>
        </p:nvCxnSpPr>
        <p:spPr>
          <a:xfrm>
            <a:off x="8598599" y="1466816"/>
            <a:ext cx="2617104" cy="2608404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Соединительная линия уступом 221"/>
          <p:cNvCxnSpPr>
            <a:stCxn id="109" idx="3"/>
            <a:endCxn id="212" idx="1"/>
          </p:cNvCxnSpPr>
          <p:nvPr/>
        </p:nvCxnSpPr>
        <p:spPr>
          <a:xfrm>
            <a:off x="8598599" y="1466816"/>
            <a:ext cx="2617104" cy="2857521"/>
          </a:xfrm>
          <a:prstGeom prst="bentConnector3">
            <a:avLst>
              <a:gd name="adj1" fmla="val 35806"/>
            </a:avLst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Соединительная линия уступом 225"/>
          <p:cNvCxnSpPr>
            <a:stCxn id="109" idx="3"/>
            <a:endCxn id="209" idx="1"/>
          </p:cNvCxnSpPr>
          <p:nvPr/>
        </p:nvCxnSpPr>
        <p:spPr>
          <a:xfrm>
            <a:off x="8598599" y="1466816"/>
            <a:ext cx="2617104" cy="3106638"/>
          </a:xfrm>
          <a:prstGeom prst="bentConnector3">
            <a:avLst>
              <a:gd name="adj1" fmla="val 2379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Соединительная линия уступом 231"/>
          <p:cNvCxnSpPr>
            <a:stCxn id="112" idx="3"/>
            <a:endCxn id="206" idx="1"/>
          </p:cNvCxnSpPr>
          <p:nvPr/>
        </p:nvCxnSpPr>
        <p:spPr>
          <a:xfrm>
            <a:off x="8598599" y="1160915"/>
            <a:ext cx="2617104" cy="3661656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Соединительная линия уступом 239"/>
          <p:cNvCxnSpPr>
            <a:stCxn id="106" idx="3"/>
            <a:endCxn id="203" idx="1"/>
          </p:cNvCxnSpPr>
          <p:nvPr/>
        </p:nvCxnSpPr>
        <p:spPr>
          <a:xfrm>
            <a:off x="8598599" y="1759895"/>
            <a:ext cx="2617104" cy="343635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Соединительная линия уступом 243"/>
          <p:cNvCxnSpPr>
            <a:stCxn id="97" idx="3"/>
            <a:endCxn id="200" idx="1"/>
          </p:cNvCxnSpPr>
          <p:nvPr/>
        </p:nvCxnSpPr>
        <p:spPr>
          <a:xfrm>
            <a:off x="8598599" y="2932192"/>
            <a:ext cx="2617104" cy="2637714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Соединительная линия уступом 282"/>
          <p:cNvCxnSpPr>
            <a:stCxn id="250" idx="1"/>
            <a:endCxn id="78" idx="3"/>
          </p:cNvCxnSpPr>
          <p:nvPr/>
        </p:nvCxnSpPr>
        <p:spPr>
          <a:xfrm rot="10800000">
            <a:off x="3986727" y="4747469"/>
            <a:ext cx="7228976" cy="160644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Соединительная линия уступом 326"/>
          <p:cNvCxnSpPr>
            <a:stCxn id="214" idx="3"/>
            <a:endCxn id="199" idx="3"/>
          </p:cNvCxnSpPr>
          <p:nvPr/>
        </p:nvCxnSpPr>
        <p:spPr>
          <a:xfrm flipH="1">
            <a:off x="14845030" y="4324336"/>
            <a:ext cx="14011" cy="1494703"/>
          </a:xfrm>
          <a:prstGeom prst="bentConnector3">
            <a:avLst>
              <a:gd name="adj1" fmla="val -88377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Группа 237"/>
          <p:cNvGrpSpPr/>
          <p:nvPr/>
        </p:nvGrpSpPr>
        <p:grpSpPr>
          <a:xfrm>
            <a:off x="-7358177" y="3871895"/>
            <a:ext cx="2989233" cy="2749447"/>
            <a:chOff x="-7572491" y="514309"/>
            <a:chExt cx="2989233" cy="2749447"/>
          </a:xfrm>
        </p:grpSpPr>
        <p:grpSp>
          <p:nvGrpSpPr>
            <p:cNvPr id="235" name="Группа 234"/>
            <p:cNvGrpSpPr/>
            <p:nvPr/>
          </p:nvGrpSpPr>
          <p:grpSpPr>
            <a:xfrm>
              <a:off x="-7572491" y="514309"/>
              <a:ext cx="2989233" cy="1819288"/>
              <a:chOff x="-7572491" y="514309"/>
              <a:chExt cx="2989233" cy="1819288"/>
            </a:xfrm>
          </p:grpSpPr>
          <p:grpSp>
            <p:nvGrpSpPr>
              <p:cNvPr id="178" name="Группа 126"/>
              <p:cNvGrpSpPr/>
              <p:nvPr/>
            </p:nvGrpSpPr>
            <p:grpSpPr>
              <a:xfrm>
                <a:off x="-7572491" y="514309"/>
                <a:ext cx="2846357" cy="928694"/>
                <a:chOff x="-500098" y="285734"/>
                <a:chExt cx="2653411" cy="1071571"/>
              </a:xfrm>
            </p:grpSpPr>
            <p:sp>
              <p:nvSpPr>
                <p:cNvPr id="179" name="TextBox 178"/>
                <p:cNvSpPr txBox="1"/>
                <p:nvPr/>
              </p:nvSpPr>
              <p:spPr>
                <a:xfrm>
                  <a:off x="-500098" y="571487"/>
                  <a:ext cx="399573" cy="227731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900" b="1" smtClean="0"/>
                    <a:t>state</a:t>
                  </a:r>
                  <a:endParaRPr lang="ru-RU" sz="900" b="1"/>
                </a:p>
              </p:txBody>
            </p:sp>
            <p:grpSp>
              <p:nvGrpSpPr>
                <p:cNvPr id="183" name="Группа 54"/>
                <p:cNvGrpSpPr/>
                <p:nvPr/>
              </p:nvGrpSpPr>
              <p:grpSpPr>
                <a:xfrm>
                  <a:off x="-500098" y="785800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191" name="Прямоугольник 190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categoryView</a:t>
                    </a:r>
                    <a:endParaRPr lang="ru-RU" sz="9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2" name="Прямоугольник 191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false</a:t>
                    </a:r>
                    <a:endParaRPr lang="ru-RU" sz="1200"/>
                  </a:p>
                </p:txBody>
              </p:sp>
              <p:sp>
                <p:nvSpPr>
                  <p:cNvPr id="193" name="Прямоугольник 192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bool</a:t>
                    </a:r>
                    <a:endParaRPr lang="ru-RU" sz="1200"/>
                  </a:p>
                </p:txBody>
              </p:sp>
            </p:grpSp>
            <p:grpSp>
              <p:nvGrpSpPr>
                <p:cNvPr id="185" name="Группа 55"/>
                <p:cNvGrpSpPr/>
                <p:nvPr/>
              </p:nvGrpSpPr>
              <p:grpSpPr>
                <a:xfrm>
                  <a:off x="-500098" y="1071552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187" name="Прямоугольник 186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idCategory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8" name="Прямоугольник 187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“”</a:t>
                    </a:r>
                    <a:endParaRPr lang="ru-RU" sz="1200"/>
                  </a:p>
                </p:txBody>
              </p:sp>
              <p:sp>
                <p:nvSpPr>
                  <p:cNvPr id="190" name="Прямоугольник 189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str</a:t>
                    </a:r>
                    <a:endParaRPr lang="ru-RU" sz="1200"/>
                  </a:p>
                </p:txBody>
              </p:sp>
            </p:grpSp>
            <p:sp>
              <p:nvSpPr>
                <p:cNvPr id="186" name="TextBox 185"/>
                <p:cNvSpPr txBox="1"/>
                <p:nvPr/>
              </p:nvSpPr>
              <p:spPr>
                <a:xfrm>
                  <a:off x="-500098" y="285734"/>
                  <a:ext cx="2643206" cy="316513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1400" b="1" smtClean="0"/>
                    <a:t>App</a:t>
                  </a:r>
                  <a:endParaRPr lang="ru-RU" sz="1400" b="1"/>
                </a:p>
              </p:txBody>
            </p:sp>
          </p:grpSp>
          <p:grpSp>
            <p:nvGrpSpPr>
              <p:cNvPr id="218" name="Группа 217"/>
              <p:cNvGrpSpPr/>
              <p:nvPr/>
            </p:nvGrpSpPr>
            <p:grpSpPr>
              <a:xfrm>
                <a:off x="-7572491" y="1443003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194" name="Прямоугольник 193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listExist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5" name="Прямоугольник 194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false</a:t>
                  </a:r>
                  <a:endParaRPr lang="ru-RU" sz="1200"/>
                </a:p>
              </p:txBody>
            </p:sp>
            <p:sp>
              <p:nvSpPr>
                <p:cNvPr id="196" name="Прямоугольник 195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  <p:grpSp>
            <p:nvGrpSpPr>
              <p:cNvPr id="220" name="Группа 219"/>
              <p:cNvGrpSpPr/>
              <p:nvPr/>
            </p:nvGrpSpPr>
            <p:grpSpPr>
              <a:xfrm>
                <a:off x="-7572491" y="1657317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21" name="Прямоугольник 220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idList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3" name="Прямоугольник 222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“”</a:t>
                  </a:r>
                  <a:endParaRPr lang="ru-RU" sz="1200"/>
                </a:p>
              </p:txBody>
            </p:sp>
            <p:sp>
              <p:nvSpPr>
                <p:cNvPr id="224" name="Прямоугольник 223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str</a:t>
                  </a:r>
                  <a:endParaRPr lang="ru-RU" sz="1200"/>
                </a:p>
              </p:txBody>
            </p:sp>
          </p:grpSp>
          <p:grpSp>
            <p:nvGrpSpPr>
              <p:cNvPr id="225" name="Группа 224"/>
              <p:cNvGrpSpPr/>
              <p:nvPr/>
            </p:nvGrpSpPr>
            <p:grpSpPr>
              <a:xfrm>
                <a:off x="-7572491" y="1871631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27" name="Прямоугольник 226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quizView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8" name="Прямоугольник 227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false</a:t>
                  </a:r>
                  <a:endParaRPr lang="ru-RU" sz="1200"/>
                </a:p>
              </p:txBody>
            </p:sp>
            <p:sp>
              <p:nvSpPr>
                <p:cNvPr id="229" name="Прямоугольник 228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  <p:grpSp>
            <p:nvGrpSpPr>
              <p:cNvPr id="230" name="Группа 229"/>
              <p:cNvGrpSpPr/>
              <p:nvPr/>
            </p:nvGrpSpPr>
            <p:grpSpPr>
              <a:xfrm>
                <a:off x="-7572491" y="2085945"/>
                <a:ext cx="2989233" cy="247652"/>
                <a:chOff x="-7411412" y="2300259"/>
                <a:chExt cx="2846357" cy="247652"/>
              </a:xfrm>
            </p:grpSpPr>
            <p:sp>
              <p:nvSpPr>
                <p:cNvPr id="231" name="Прямоугольник 230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firstContentView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3" name="Прямоугольник 232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true</a:t>
                  </a:r>
                  <a:endParaRPr lang="ru-RU" sz="1200"/>
                </a:p>
              </p:txBody>
            </p:sp>
            <p:sp>
              <p:nvSpPr>
                <p:cNvPr id="234" name="Прямоугольник 233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</p:grpSp>
        <p:sp>
          <p:nvSpPr>
            <p:cNvPr id="236" name="Прямоугольник 235"/>
            <p:cNvSpPr/>
            <p:nvPr/>
          </p:nvSpPr>
          <p:spPr>
            <a:xfrm>
              <a:off x="-7572490" y="3014639"/>
              <a:ext cx="1857388" cy="2491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None/>
              </a:pPr>
              <a:r>
                <a:rPr lang="en-US" sz="900" b="0" baseline="0" smtClean="0">
                  <a:solidFill>
                    <a:schemeClr val="tx1"/>
                  </a:solidFill>
                </a:rPr>
                <a:t>handlerQuizView()</a:t>
              </a:r>
              <a:endParaRPr lang="ru-RU" sz="900" b="0" baseline="0">
                <a:solidFill>
                  <a:schemeClr val="tx1"/>
                </a:solidFill>
              </a:endParaRPr>
            </a:p>
          </p:txBody>
        </p:sp>
        <p:sp>
          <p:nvSpPr>
            <p:cNvPr id="237" name="Прямоугольник 236"/>
            <p:cNvSpPr/>
            <p:nvPr/>
          </p:nvSpPr>
          <p:spPr>
            <a:xfrm>
              <a:off x="-5711739" y="3014639"/>
              <a:ext cx="996768" cy="2491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endParaRPr lang="ru-RU" sz="1200"/>
            </a:p>
          </p:txBody>
        </p:sp>
      </p:grpSp>
      <p:grpSp>
        <p:nvGrpSpPr>
          <p:cNvPr id="288" name="Группа 287"/>
          <p:cNvGrpSpPr/>
          <p:nvPr/>
        </p:nvGrpSpPr>
        <p:grpSpPr>
          <a:xfrm>
            <a:off x="-3857715" y="3943333"/>
            <a:ext cx="2989234" cy="2390791"/>
            <a:chOff x="-3714839" y="514309"/>
            <a:chExt cx="2989234" cy="2390791"/>
          </a:xfrm>
        </p:grpSpPr>
        <p:grpSp>
          <p:nvGrpSpPr>
            <p:cNvPr id="241" name="Группа 234"/>
            <p:cNvGrpSpPr/>
            <p:nvPr/>
          </p:nvGrpSpPr>
          <p:grpSpPr>
            <a:xfrm>
              <a:off x="-3714839" y="514309"/>
              <a:ext cx="2989234" cy="1819288"/>
              <a:chOff x="-7572491" y="514309"/>
              <a:chExt cx="2989234" cy="1819288"/>
            </a:xfrm>
          </p:grpSpPr>
          <p:grpSp>
            <p:nvGrpSpPr>
              <p:cNvPr id="245" name="Группа 126"/>
              <p:cNvGrpSpPr/>
              <p:nvPr/>
            </p:nvGrpSpPr>
            <p:grpSpPr>
              <a:xfrm>
                <a:off x="-7572490" y="514309"/>
                <a:ext cx="2846354" cy="928696"/>
                <a:chOff x="-500098" y="285734"/>
                <a:chExt cx="2653411" cy="1071571"/>
              </a:xfrm>
            </p:grpSpPr>
            <p:sp>
              <p:nvSpPr>
                <p:cNvPr id="273" name="TextBox 272"/>
                <p:cNvSpPr txBox="1"/>
                <p:nvPr/>
              </p:nvSpPr>
              <p:spPr>
                <a:xfrm>
                  <a:off x="-500098" y="571487"/>
                  <a:ext cx="399573" cy="227731"/>
                </a:xfrm>
                <a:prstGeom prst="rect">
                  <a:avLst/>
                </a:prstGeom>
                <a:ln/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900" b="1" smtClean="0"/>
                    <a:t>props</a:t>
                  </a:r>
                  <a:endParaRPr lang="ru-RU" sz="900" b="1"/>
                </a:p>
              </p:txBody>
            </p:sp>
            <p:grpSp>
              <p:nvGrpSpPr>
                <p:cNvPr id="274" name="Группа 54"/>
                <p:cNvGrpSpPr/>
                <p:nvPr/>
              </p:nvGrpSpPr>
              <p:grpSpPr>
                <a:xfrm>
                  <a:off x="-500098" y="785800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81" name="Прямоугольник 280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categoryView</a:t>
                    </a:r>
                    <a:endParaRPr lang="ru-RU" sz="9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2" name="Прямоугольник 281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false</a:t>
                    </a:r>
                    <a:endParaRPr lang="ru-RU" sz="1200"/>
                  </a:p>
                </p:txBody>
              </p:sp>
              <p:sp>
                <p:nvSpPr>
                  <p:cNvPr id="284" name="Прямоугольник 283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bool</a:t>
                    </a:r>
                    <a:endParaRPr lang="ru-RU" sz="1200"/>
                  </a:p>
                </p:txBody>
              </p:sp>
            </p:grpSp>
            <p:grpSp>
              <p:nvGrpSpPr>
                <p:cNvPr id="275" name="Группа 55"/>
                <p:cNvGrpSpPr/>
                <p:nvPr/>
              </p:nvGrpSpPr>
              <p:grpSpPr>
                <a:xfrm>
                  <a:off x="-500098" y="1071552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78" name="Прямоугольник 277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idCategory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9" name="Прямоугольник 278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“”</a:t>
                    </a:r>
                    <a:endParaRPr lang="ru-RU" sz="1200"/>
                  </a:p>
                </p:txBody>
              </p:sp>
              <p:sp>
                <p:nvSpPr>
                  <p:cNvPr id="280" name="Прямоугольник 279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str</a:t>
                    </a:r>
                    <a:endParaRPr lang="ru-RU" sz="1200"/>
                  </a:p>
                </p:txBody>
              </p:sp>
            </p:grpSp>
            <p:sp>
              <p:nvSpPr>
                <p:cNvPr id="277" name="TextBox 276"/>
                <p:cNvSpPr txBox="1"/>
                <p:nvPr/>
              </p:nvSpPr>
              <p:spPr>
                <a:xfrm>
                  <a:off x="-500098" y="285734"/>
                  <a:ext cx="2643206" cy="316513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1400" b="1" smtClean="0"/>
                    <a:t>MainView</a:t>
                  </a:r>
                  <a:endParaRPr lang="ru-RU" sz="1400" b="1"/>
                </a:p>
              </p:txBody>
            </p:sp>
          </p:grpSp>
          <p:grpSp>
            <p:nvGrpSpPr>
              <p:cNvPr id="246" name="Группа 217"/>
              <p:cNvGrpSpPr/>
              <p:nvPr/>
            </p:nvGrpSpPr>
            <p:grpSpPr>
              <a:xfrm>
                <a:off x="-7572491" y="1443003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69" name="Прямоугольник 268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listExist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1" name="Прямоугольник 270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false</a:t>
                  </a:r>
                  <a:endParaRPr lang="ru-RU" sz="1200"/>
                </a:p>
              </p:txBody>
            </p:sp>
            <p:sp>
              <p:nvSpPr>
                <p:cNvPr id="272" name="Прямоугольник 271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  <p:grpSp>
            <p:nvGrpSpPr>
              <p:cNvPr id="247" name="Группа 219"/>
              <p:cNvGrpSpPr/>
              <p:nvPr/>
            </p:nvGrpSpPr>
            <p:grpSpPr>
              <a:xfrm>
                <a:off x="-7572491" y="1657317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62" name="Прямоугольник 261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idList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" name="Прямоугольник 266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“”</a:t>
                  </a:r>
                  <a:endParaRPr lang="ru-RU" sz="1200"/>
                </a:p>
              </p:txBody>
            </p:sp>
            <p:sp>
              <p:nvSpPr>
                <p:cNvPr id="268" name="Прямоугольник 267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str</a:t>
                  </a:r>
                  <a:endParaRPr lang="ru-RU" sz="1200"/>
                </a:p>
              </p:txBody>
            </p:sp>
          </p:grpSp>
          <p:grpSp>
            <p:nvGrpSpPr>
              <p:cNvPr id="248" name="Группа 224"/>
              <p:cNvGrpSpPr/>
              <p:nvPr/>
            </p:nvGrpSpPr>
            <p:grpSpPr>
              <a:xfrm>
                <a:off x="-7572491" y="1871631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59" name="Прямоугольник 258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quizView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0" name="Прямоугольник 259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false</a:t>
                  </a:r>
                  <a:endParaRPr lang="ru-RU" sz="1200"/>
                </a:p>
              </p:txBody>
            </p:sp>
            <p:sp>
              <p:nvSpPr>
                <p:cNvPr id="261" name="Прямоугольник 260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  <p:grpSp>
            <p:nvGrpSpPr>
              <p:cNvPr id="249" name="Группа 229"/>
              <p:cNvGrpSpPr/>
              <p:nvPr/>
            </p:nvGrpSpPr>
            <p:grpSpPr>
              <a:xfrm>
                <a:off x="-7572489" y="2085945"/>
                <a:ext cx="2989232" cy="247652"/>
                <a:chOff x="-7411412" y="2300259"/>
                <a:chExt cx="2846357" cy="247652"/>
              </a:xfrm>
            </p:grpSpPr>
            <p:sp>
              <p:nvSpPr>
                <p:cNvPr id="256" name="Прямоугольник 255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firstContentView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7" name="Прямоугольник 256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true</a:t>
                  </a:r>
                  <a:endParaRPr lang="ru-RU" sz="1200"/>
                </a:p>
              </p:txBody>
            </p:sp>
            <p:sp>
              <p:nvSpPr>
                <p:cNvPr id="258" name="Прямоугольник 257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</p:grpSp>
        <p:sp>
          <p:nvSpPr>
            <p:cNvPr id="285" name="Прямоугольник 284"/>
            <p:cNvSpPr/>
            <p:nvPr/>
          </p:nvSpPr>
          <p:spPr>
            <a:xfrm>
              <a:off x="-3705738" y="2657449"/>
              <a:ext cx="930539" cy="2476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sz="900" smtClean="0">
                  <a:solidFill>
                    <a:schemeClr val="tx1"/>
                  </a:solidFill>
                </a:rPr>
                <a:t>quizViewChange</a:t>
              </a:r>
              <a:endParaRPr lang="ru-RU" sz="900" b="0" baseline="0">
                <a:solidFill>
                  <a:schemeClr val="tx1"/>
                </a:solidFill>
              </a:endParaRPr>
            </a:p>
          </p:txBody>
        </p:sp>
        <p:sp>
          <p:nvSpPr>
            <p:cNvPr id="286" name="Прямоугольник 285"/>
            <p:cNvSpPr/>
            <p:nvPr/>
          </p:nvSpPr>
          <p:spPr>
            <a:xfrm>
              <a:off x="-2786145" y="2657449"/>
              <a:ext cx="919592" cy="2476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1200" smtClean="0"/>
                <a:t>false</a:t>
              </a:r>
              <a:endParaRPr lang="ru-RU" sz="1200"/>
            </a:p>
          </p:txBody>
        </p:sp>
        <p:sp>
          <p:nvSpPr>
            <p:cNvPr id="287" name="Прямоугольник 286"/>
            <p:cNvSpPr/>
            <p:nvPr/>
          </p:nvSpPr>
          <p:spPr>
            <a:xfrm>
              <a:off x="-1866553" y="2657448"/>
              <a:ext cx="1007172" cy="2476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1200" smtClean="0"/>
                <a:t>bool</a:t>
              </a:r>
              <a:endParaRPr lang="ru-RU" sz="1200"/>
            </a:p>
          </p:txBody>
        </p:sp>
      </p:grpSp>
      <p:cxnSp>
        <p:nvCxnSpPr>
          <p:cNvPr id="290" name="Прямая со стрелкой 289"/>
          <p:cNvCxnSpPr>
            <a:stCxn id="193" idx="3"/>
            <a:endCxn id="281" idx="1"/>
          </p:cNvCxnSpPr>
          <p:nvPr/>
        </p:nvCxnSpPr>
        <p:spPr>
          <a:xfrm>
            <a:off x="-4511820" y="4429111"/>
            <a:ext cx="654106" cy="7144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Прямая со стрелкой 300"/>
          <p:cNvCxnSpPr>
            <a:stCxn id="190" idx="3"/>
            <a:endCxn id="278" idx="1"/>
          </p:cNvCxnSpPr>
          <p:nvPr/>
        </p:nvCxnSpPr>
        <p:spPr>
          <a:xfrm>
            <a:off x="-4511820" y="4676763"/>
            <a:ext cx="654106" cy="7144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Прямая со стрелкой 302"/>
          <p:cNvCxnSpPr>
            <a:stCxn id="196" idx="3"/>
            <a:endCxn id="269" idx="1"/>
          </p:cNvCxnSpPr>
          <p:nvPr/>
        </p:nvCxnSpPr>
        <p:spPr>
          <a:xfrm>
            <a:off x="-4511820" y="4924415"/>
            <a:ext cx="654105" cy="7143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Прямая со стрелкой 308"/>
          <p:cNvCxnSpPr>
            <a:stCxn id="224" idx="3"/>
            <a:endCxn id="262" idx="1"/>
          </p:cNvCxnSpPr>
          <p:nvPr/>
        </p:nvCxnSpPr>
        <p:spPr>
          <a:xfrm>
            <a:off x="-4511820" y="5138729"/>
            <a:ext cx="654105" cy="7143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Прямая со стрелкой 310"/>
          <p:cNvCxnSpPr>
            <a:stCxn id="229" idx="3"/>
            <a:endCxn id="259" idx="1"/>
          </p:cNvCxnSpPr>
          <p:nvPr/>
        </p:nvCxnSpPr>
        <p:spPr>
          <a:xfrm>
            <a:off x="-4511820" y="5353043"/>
            <a:ext cx="654105" cy="7143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Прямая со стрелкой 313"/>
          <p:cNvCxnSpPr>
            <a:stCxn id="234" idx="3"/>
            <a:endCxn id="256" idx="1"/>
          </p:cNvCxnSpPr>
          <p:nvPr/>
        </p:nvCxnSpPr>
        <p:spPr>
          <a:xfrm>
            <a:off x="-4368944" y="5567357"/>
            <a:ext cx="511231" cy="7143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Прямая со стрелкой 315"/>
          <p:cNvCxnSpPr>
            <a:stCxn id="237" idx="3"/>
            <a:endCxn id="285" idx="1"/>
          </p:cNvCxnSpPr>
          <p:nvPr/>
        </p:nvCxnSpPr>
        <p:spPr>
          <a:xfrm flipV="1">
            <a:off x="-4500657" y="6210299"/>
            <a:ext cx="652043" cy="2864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Соединительная линия уступом 317"/>
          <p:cNvCxnSpPr>
            <a:stCxn id="261" idx="3"/>
            <a:endCxn id="157" idx="1"/>
          </p:cNvCxnSpPr>
          <p:nvPr/>
        </p:nvCxnSpPr>
        <p:spPr>
          <a:xfrm flipV="1">
            <a:off x="-1011358" y="4067892"/>
            <a:ext cx="1439923" cy="135658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3" name="Группа 332"/>
          <p:cNvGrpSpPr/>
          <p:nvPr/>
        </p:nvGrpSpPr>
        <p:grpSpPr>
          <a:xfrm>
            <a:off x="428565" y="514309"/>
            <a:ext cx="3571900" cy="4357718"/>
            <a:chOff x="428565" y="514309"/>
            <a:chExt cx="3571900" cy="4357718"/>
          </a:xfrm>
        </p:grpSpPr>
        <p:grpSp>
          <p:nvGrpSpPr>
            <p:cNvPr id="328" name="Группа 327"/>
            <p:cNvGrpSpPr/>
            <p:nvPr/>
          </p:nvGrpSpPr>
          <p:grpSpPr>
            <a:xfrm>
              <a:off x="428565" y="514309"/>
              <a:ext cx="3571900" cy="4357718"/>
              <a:chOff x="428565" y="514309"/>
              <a:chExt cx="3571900" cy="4357718"/>
            </a:xfrm>
          </p:grpSpPr>
          <p:cxnSp>
            <p:nvCxnSpPr>
              <p:cNvPr id="293" name="Соединительная линия уступом 292"/>
              <p:cNvCxnSpPr>
                <a:stCxn id="77" idx="1"/>
                <a:endCxn id="40" idx="1"/>
              </p:cNvCxnSpPr>
              <p:nvPr/>
            </p:nvCxnSpPr>
            <p:spPr>
              <a:xfrm rot="10800000">
                <a:off x="428565" y="1074823"/>
                <a:ext cx="1588" cy="3672646"/>
              </a:xfrm>
              <a:prstGeom prst="bentConnector3">
                <a:avLst>
                  <a:gd name="adj1" fmla="val 14395466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3" name="Группа 162"/>
              <p:cNvGrpSpPr/>
              <p:nvPr/>
            </p:nvGrpSpPr>
            <p:grpSpPr>
              <a:xfrm>
                <a:off x="428565" y="514309"/>
                <a:ext cx="3571900" cy="4357718"/>
                <a:chOff x="428565" y="442871"/>
                <a:chExt cx="3571900" cy="4357718"/>
              </a:xfrm>
            </p:grpSpPr>
            <p:grpSp>
              <p:nvGrpSpPr>
                <p:cNvPr id="2" name="Группа 81"/>
                <p:cNvGrpSpPr/>
                <p:nvPr/>
              </p:nvGrpSpPr>
              <p:grpSpPr>
                <a:xfrm>
                  <a:off x="428565" y="442871"/>
                  <a:ext cx="3571900" cy="4357718"/>
                  <a:chOff x="-500098" y="285734"/>
                  <a:chExt cx="2653411" cy="4998570"/>
                </a:xfrm>
              </p:grpSpPr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-500098" y="531565"/>
                    <a:ext cx="318409" cy="226392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900" b="1"/>
                      <a:t>state</a:t>
                    </a:r>
                    <a:endParaRPr lang="ru-RU" sz="900" b="1"/>
                  </a:p>
                </p:txBody>
              </p:sp>
              <p:grpSp>
                <p:nvGrpSpPr>
                  <p:cNvPr id="3" name="Группа 54"/>
                  <p:cNvGrpSpPr/>
                  <p:nvPr/>
                </p:nvGrpSpPr>
                <p:grpSpPr>
                  <a:xfrm>
                    <a:off x="-500098" y="785800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40" name="Прямоугольник 39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ru-RU" sz="9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3" name="Прямоугольник 52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“”</a:t>
                      </a:r>
                      <a:endParaRPr lang="ru-RU" sz="900"/>
                    </a:p>
                  </p:txBody>
                </p:sp>
                <p:sp>
                  <p:nvSpPr>
                    <p:cNvPr id="54" name="Прямоугольник 53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err="1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4" name="Группа 55"/>
                  <p:cNvGrpSpPr/>
                  <p:nvPr/>
                </p:nvGrpSpPr>
                <p:grpSpPr>
                  <a:xfrm>
                    <a:off x="-500098" y="1071552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57" name="Прямоугольник 56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b="0" baseline="0" err="1" smtClean="0">
                          <a:solidFill>
                            <a:schemeClr val="tx1"/>
                          </a:solidFill>
                        </a:rPr>
                        <a:t>answerOptions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8" name="Прямоугольник 57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[]</a:t>
                      </a:r>
                      <a:endParaRPr lang="ru-RU" sz="900"/>
                    </a:p>
                  </p:txBody>
                </p:sp>
                <p:sp>
                  <p:nvSpPr>
                    <p:cNvPr id="59" name="Прямоугольник 58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err="1" smtClean="0"/>
                        <a:t>arr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5" name="Группа 59"/>
                  <p:cNvGrpSpPr/>
                  <p:nvPr/>
                </p:nvGrpSpPr>
                <p:grpSpPr>
                  <a:xfrm>
                    <a:off x="-500098" y="1357304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61" name="Прямоугольник 60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b="0" baseline="0" err="1" smtClean="0">
                          <a:solidFill>
                            <a:schemeClr val="tx1"/>
                          </a:solidFill>
                        </a:rPr>
                        <a:t>questionId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2" name="Прямоугольник 61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1</a:t>
                      </a:r>
                      <a:endParaRPr lang="ru-RU" sz="900"/>
                    </a:p>
                  </p:txBody>
                </p:sp>
                <p:sp>
                  <p:nvSpPr>
                    <p:cNvPr id="63" name="Прямоугольник 62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num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6" name="Группа 63"/>
                  <p:cNvGrpSpPr/>
                  <p:nvPr/>
                </p:nvGrpSpPr>
                <p:grpSpPr>
                  <a:xfrm>
                    <a:off x="-500098" y="1643056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65" name="Прямоугольник 64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6" name="Прямоугольник 65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“”</a:t>
                      </a:r>
                      <a:endParaRPr lang="ru-RU" sz="900"/>
                    </a:p>
                  </p:txBody>
                </p:sp>
                <p:sp>
                  <p:nvSpPr>
                    <p:cNvPr id="67" name="Прямоугольник 66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7" name="Группа 67"/>
                  <p:cNvGrpSpPr/>
                  <p:nvPr/>
                </p:nvGrpSpPr>
                <p:grpSpPr>
                  <a:xfrm>
                    <a:off x="-500098" y="1928808"/>
                    <a:ext cx="2653411" cy="571504"/>
                    <a:chOff x="785786" y="3429006"/>
                    <a:chExt cx="2653411" cy="285753"/>
                  </a:xfrm>
                </p:grpSpPr>
                <p:sp>
                  <p:nvSpPr>
                    <p:cNvPr id="69" name="Прямоугольник 68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answerCount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" name="Прямоугольник 69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  <a:p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trueAnswer</a:t>
                      </a:r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: 0</a:t>
                      </a:r>
                    </a:p>
                    <a:p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1" name="Прямоугольник 70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8" name="Группа 71"/>
                  <p:cNvGrpSpPr/>
                  <p:nvPr/>
                </p:nvGrpSpPr>
                <p:grpSpPr>
                  <a:xfrm>
                    <a:off x="-500098" y="3317654"/>
                    <a:ext cx="2653411" cy="285753"/>
                    <a:chOff x="785786" y="4246367"/>
                    <a:chExt cx="2653411" cy="285753"/>
                  </a:xfrm>
                </p:grpSpPr>
                <p:sp>
                  <p:nvSpPr>
                    <p:cNvPr id="73" name="Прямоугольник 72"/>
                    <p:cNvSpPr/>
                    <p:nvPr/>
                  </p:nvSpPr>
                  <p:spPr>
                    <a:xfrm>
                      <a:off x="785786" y="4246367"/>
                      <a:ext cx="867461" cy="285753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4" name="Прямоугольник 73"/>
                    <p:cNvSpPr/>
                    <p:nvPr/>
                  </p:nvSpPr>
                  <p:spPr>
                    <a:xfrm>
                      <a:off x="1643043" y="4246368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“”</a:t>
                      </a:r>
                      <a:endParaRPr lang="ru-RU" sz="900"/>
                    </a:p>
                  </p:txBody>
                </p:sp>
                <p:sp>
                  <p:nvSpPr>
                    <p:cNvPr id="75" name="Прямоугольник 74"/>
                    <p:cNvSpPr/>
                    <p:nvPr/>
                  </p:nvSpPr>
                  <p:spPr>
                    <a:xfrm>
                      <a:off x="2500298" y="4246367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9" name="Группа 75"/>
                  <p:cNvGrpSpPr/>
                  <p:nvPr/>
                </p:nvGrpSpPr>
                <p:grpSpPr>
                  <a:xfrm>
                    <a:off x="-500098" y="4998552"/>
                    <a:ext cx="2643206" cy="285752"/>
                    <a:chOff x="785786" y="5641494"/>
                    <a:chExt cx="1797006" cy="285752"/>
                  </a:xfrm>
                </p:grpSpPr>
                <p:sp>
                  <p:nvSpPr>
                    <p:cNvPr id="77" name="Прямоугольник 76"/>
                    <p:cNvSpPr/>
                    <p:nvPr/>
                  </p:nvSpPr>
                  <p:spPr>
                    <a:xfrm>
                      <a:off x="785786" y="5641494"/>
                      <a:ext cx="1285884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handleAnswerSelected()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8" name="Прямоугольник 77"/>
                    <p:cNvSpPr/>
                    <p:nvPr/>
                  </p:nvSpPr>
                  <p:spPr>
                    <a:xfrm>
                      <a:off x="1725536" y="5641494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</p:grpSp>
              <p:sp>
                <p:nvSpPr>
                  <p:cNvPr id="81" name="TextBox 80"/>
                  <p:cNvSpPr txBox="1"/>
                  <p:nvPr/>
                </p:nvSpPr>
                <p:spPr>
                  <a:xfrm>
                    <a:off x="-500098" y="285734"/>
                    <a:ext cx="2643206" cy="226392"/>
                  </a:xfrm>
                  <a:prstGeom prst="rect">
                    <a:avLst/>
                  </a:prstGeom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900" b="1" smtClean="0"/>
                      <a:t>QuizContainer</a:t>
                    </a:r>
                    <a:endParaRPr lang="ru-RU" sz="900" b="1"/>
                  </a:p>
                </p:txBody>
              </p:sp>
            </p:grpSp>
            <p:grpSp>
              <p:nvGrpSpPr>
                <p:cNvPr id="162" name="Группа 161"/>
                <p:cNvGrpSpPr/>
                <p:nvPr/>
              </p:nvGrpSpPr>
              <p:grpSpPr>
                <a:xfrm>
                  <a:off x="428565" y="3657581"/>
                  <a:ext cx="3571900" cy="463431"/>
                  <a:chOff x="417573" y="4014771"/>
                  <a:chExt cx="3571900" cy="463431"/>
                </a:xfrm>
              </p:grpSpPr>
              <p:sp>
                <p:nvSpPr>
                  <p:cNvPr id="157" name="Прямоугольник 156"/>
                  <p:cNvSpPr/>
                  <p:nvPr/>
                </p:nvSpPr>
                <p:spPr>
                  <a:xfrm>
                    <a:off x="417573" y="4229085"/>
                    <a:ext cx="1167736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b="0" baseline="0" smtClean="0">
                        <a:solidFill>
                          <a:schemeClr val="tx1"/>
                        </a:solidFill>
                      </a:rPr>
                      <a:t>quizView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8" name="Прямоугольник 157"/>
                  <p:cNvSpPr/>
                  <p:nvPr/>
                </p:nvSpPr>
                <p:spPr>
                  <a:xfrm>
                    <a:off x="1571573" y="4229085"/>
                    <a:ext cx="1153999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true</a:t>
                    </a:r>
                    <a:endParaRPr lang="ru-RU" sz="900"/>
                  </a:p>
                </p:txBody>
              </p:sp>
              <p:sp>
                <p:nvSpPr>
                  <p:cNvPr id="159" name="Прямоугольник 158"/>
                  <p:cNvSpPr/>
                  <p:nvPr/>
                </p:nvSpPr>
                <p:spPr>
                  <a:xfrm>
                    <a:off x="2725570" y="4229084"/>
                    <a:ext cx="1263903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bool</a:t>
                    </a:r>
                    <a:endParaRPr lang="ru-RU" sz="900"/>
                  </a:p>
                </p:txBody>
              </p:sp>
              <p:sp>
                <p:nvSpPr>
                  <p:cNvPr id="160" name="TextBox 159"/>
                  <p:cNvSpPr txBox="1"/>
                  <p:nvPr/>
                </p:nvSpPr>
                <p:spPr>
                  <a:xfrm>
                    <a:off x="428565" y="4014771"/>
                    <a:ext cx="428628" cy="197367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900" b="1" smtClean="0"/>
                      <a:t>props</a:t>
                    </a:r>
                    <a:endParaRPr lang="ru-RU" sz="900" b="1"/>
                  </a:p>
                </p:txBody>
              </p:sp>
            </p:grpSp>
          </p:grpSp>
          <p:grpSp>
            <p:nvGrpSpPr>
              <p:cNvPr id="322" name="Группа 321"/>
              <p:cNvGrpSpPr/>
              <p:nvPr/>
            </p:nvGrpSpPr>
            <p:grpSpPr>
              <a:xfrm>
                <a:off x="428565" y="2443135"/>
                <a:ext cx="3571900" cy="249118"/>
                <a:chOff x="631887" y="4657712"/>
                <a:chExt cx="3571900" cy="249118"/>
              </a:xfrm>
            </p:grpSpPr>
            <p:sp>
              <p:nvSpPr>
                <p:cNvPr id="319" name="Прямоугольник 318"/>
                <p:cNvSpPr/>
                <p:nvPr/>
              </p:nvSpPr>
              <p:spPr>
                <a:xfrm>
                  <a:off x="631887" y="4657713"/>
                  <a:ext cx="1167736" cy="2491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counter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0" name="Прямоугольник 319"/>
                <p:cNvSpPr/>
                <p:nvPr/>
              </p:nvSpPr>
              <p:spPr>
                <a:xfrm>
                  <a:off x="1785887" y="4657713"/>
                  <a:ext cx="1153999" cy="2491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/>
                    <a:t>0</a:t>
                  </a:r>
                  <a:endParaRPr lang="ru-RU" sz="900"/>
                </a:p>
              </p:txBody>
            </p:sp>
            <p:sp>
              <p:nvSpPr>
                <p:cNvPr id="321" name="Прямоугольник 320"/>
                <p:cNvSpPr/>
                <p:nvPr/>
              </p:nvSpPr>
              <p:spPr>
                <a:xfrm>
                  <a:off x="2939884" y="4657712"/>
                  <a:ext cx="1263903" cy="2491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smtClean="0"/>
                    <a:t>num</a:t>
                  </a:r>
                  <a:endParaRPr lang="ru-RU" sz="900"/>
                </a:p>
              </p:txBody>
            </p:sp>
          </p:grpSp>
          <p:grpSp>
            <p:nvGrpSpPr>
              <p:cNvPr id="326" name="Группа 325"/>
              <p:cNvGrpSpPr/>
              <p:nvPr/>
            </p:nvGrpSpPr>
            <p:grpSpPr>
              <a:xfrm>
                <a:off x="428565" y="2657449"/>
                <a:ext cx="3571900" cy="498233"/>
                <a:chOff x="580965" y="2099130"/>
                <a:chExt cx="3571900" cy="498233"/>
              </a:xfrm>
            </p:grpSpPr>
            <p:sp>
              <p:nvSpPr>
                <p:cNvPr id="323" name="Прямоугольник 322"/>
                <p:cNvSpPr/>
                <p:nvPr/>
              </p:nvSpPr>
              <p:spPr>
                <a:xfrm>
                  <a:off x="580965" y="2099132"/>
                  <a:ext cx="1167736" cy="49823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styleAnswer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4" name="Прямоугольник 323"/>
                <p:cNvSpPr/>
                <p:nvPr/>
              </p:nvSpPr>
              <p:spPr>
                <a:xfrm>
                  <a:off x="1734965" y="2099132"/>
                  <a:ext cx="1153999" cy="49823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{</a:t>
                  </a:r>
                </a:p>
                <a:p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flag: false</a:t>
                  </a:r>
                </a:p>
                <a:p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}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5" name="Прямоугольник 324"/>
                <p:cNvSpPr/>
                <p:nvPr/>
              </p:nvSpPr>
              <p:spPr>
                <a:xfrm>
                  <a:off x="2888962" y="2099130"/>
                  <a:ext cx="1263903" cy="49823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smtClean="0"/>
                    <a:t>bool</a:t>
                  </a:r>
                  <a:endParaRPr lang="ru-RU" sz="900"/>
                </a:p>
              </p:txBody>
            </p:sp>
          </p:grpSp>
        </p:grpSp>
        <p:grpSp>
          <p:nvGrpSpPr>
            <p:cNvPr id="332" name="Группа 331"/>
            <p:cNvGrpSpPr/>
            <p:nvPr/>
          </p:nvGrpSpPr>
          <p:grpSpPr>
            <a:xfrm>
              <a:off x="428565" y="3408463"/>
              <a:ext cx="3571900" cy="249118"/>
              <a:chOff x="406584" y="3371829"/>
              <a:chExt cx="3571900" cy="249118"/>
            </a:xfrm>
          </p:grpSpPr>
          <p:sp>
            <p:nvSpPr>
              <p:cNvPr id="329" name="Прямоугольник 328"/>
              <p:cNvSpPr/>
              <p:nvPr/>
            </p:nvSpPr>
            <p:spPr>
              <a:xfrm>
                <a:off x="406584" y="3371830"/>
                <a:ext cx="1167736" cy="24911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900" smtClean="0">
                    <a:solidFill>
                      <a:schemeClr val="tx1"/>
                    </a:solidFill>
                  </a:rPr>
                  <a:t>selectedItem</a:t>
                </a:r>
                <a:endParaRPr lang="ru-RU" sz="9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0" name="Прямоугольник 329"/>
              <p:cNvSpPr/>
              <p:nvPr/>
            </p:nvSpPr>
            <p:spPr>
              <a:xfrm>
                <a:off x="1560584" y="3371830"/>
                <a:ext cx="1153999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null</a:t>
                </a:r>
                <a:endParaRPr lang="ru-RU" sz="900"/>
              </a:p>
            </p:txBody>
          </p:sp>
          <p:sp>
            <p:nvSpPr>
              <p:cNvPr id="331" name="Прямоугольник 330"/>
              <p:cNvSpPr/>
              <p:nvPr/>
            </p:nvSpPr>
            <p:spPr>
              <a:xfrm>
                <a:off x="2714581" y="3371829"/>
                <a:ext cx="1263903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</p:grpSp>
      </p:grpSp>
      <p:cxnSp>
        <p:nvCxnSpPr>
          <p:cNvPr id="338" name="Соединительная линия уступом 337"/>
          <p:cNvCxnSpPr>
            <a:stCxn id="159" idx="3"/>
            <a:endCxn id="334" idx="1"/>
          </p:cNvCxnSpPr>
          <p:nvPr/>
        </p:nvCxnSpPr>
        <p:spPr>
          <a:xfrm flipV="1">
            <a:off x="4000465" y="3232617"/>
            <a:ext cx="1214446" cy="835274"/>
          </a:xfrm>
          <a:prstGeom prst="bentConnector3">
            <a:avLst>
              <a:gd name="adj1" fmla="val 4372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Соединительная линия уступом 342"/>
          <p:cNvCxnSpPr>
            <a:stCxn id="325" idx="3"/>
            <a:endCxn id="339" idx="1"/>
          </p:cNvCxnSpPr>
          <p:nvPr/>
        </p:nvCxnSpPr>
        <p:spPr>
          <a:xfrm>
            <a:off x="4000465" y="2906565"/>
            <a:ext cx="1214446" cy="61180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7" name="Группа 356"/>
          <p:cNvGrpSpPr/>
          <p:nvPr/>
        </p:nvGrpSpPr>
        <p:grpSpPr>
          <a:xfrm>
            <a:off x="5214911" y="514309"/>
            <a:ext cx="3383688" cy="4143404"/>
            <a:chOff x="5072035" y="514309"/>
            <a:chExt cx="3383688" cy="4143404"/>
          </a:xfrm>
        </p:grpSpPr>
        <p:sp>
          <p:nvSpPr>
            <p:cNvPr id="334" name="Прямоугольник 333"/>
            <p:cNvSpPr/>
            <p:nvPr/>
          </p:nvSpPr>
          <p:spPr>
            <a:xfrm>
              <a:off x="5072035" y="3086077"/>
              <a:ext cx="1097672" cy="29307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sz="900" smtClean="0">
                  <a:solidFill>
                    <a:schemeClr val="tx1"/>
                  </a:solidFill>
                </a:rPr>
                <a:t>quizView</a:t>
              </a:r>
              <a:endParaRPr lang="ru-RU" sz="900">
                <a:solidFill>
                  <a:schemeClr val="tx1"/>
                </a:solidFill>
              </a:endParaRPr>
            </a:p>
          </p:txBody>
        </p:sp>
        <p:sp>
          <p:nvSpPr>
            <p:cNvPr id="335" name="Прямоугольник 334"/>
            <p:cNvSpPr/>
            <p:nvPr/>
          </p:nvSpPr>
          <p:spPr>
            <a:xfrm>
              <a:off x="6156795" y="3086077"/>
              <a:ext cx="1084759" cy="29307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900" smtClean="0"/>
                <a:t>true</a:t>
              </a:r>
              <a:endParaRPr lang="ru-RU" sz="900"/>
            </a:p>
          </p:txBody>
        </p:sp>
        <p:sp>
          <p:nvSpPr>
            <p:cNvPr id="336" name="Прямоугольник 335"/>
            <p:cNvSpPr/>
            <p:nvPr/>
          </p:nvSpPr>
          <p:spPr>
            <a:xfrm>
              <a:off x="7241552" y="3086076"/>
              <a:ext cx="1188069" cy="29307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900" smtClean="0"/>
                <a:t>bool</a:t>
              </a:r>
              <a:endParaRPr lang="ru-RU" sz="900"/>
            </a:p>
          </p:txBody>
        </p:sp>
        <p:sp>
          <p:nvSpPr>
            <p:cNvPr id="339" name="Прямоугольник 338"/>
            <p:cNvSpPr/>
            <p:nvPr/>
          </p:nvSpPr>
          <p:spPr>
            <a:xfrm>
              <a:off x="5072035" y="3371830"/>
              <a:ext cx="1097672" cy="29307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sz="900" smtClean="0">
                  <a:solidFill>
                    <a:schemeClr val="tx1"/>
                  </a:solidFill>
                </a:rPr>
                <a:t>styleAnswer</a:t>
              </a:r>
              <a:endParaRPr lang="ru-RU" sz="900">
                <a:solidFill>
                  <a:schemeClr val="tx1"/>
                </a:solidFill>
              </a:endParaRPr>
            </a:p>
          </p:txBody>
        </p:sp>
        <p:sp>
          <p:nvSpPr>
            <p:cNvPr id="340" name="Прямоугольник 339"/>
            <p:cNvSpPr/>
            <p:nvPr/>
          </p:nvSpPr>
          <p:spPr>
            <a:xfrm>
              <a:off x="6156795" y="3371830"/>
              <a:ext cx="1084759" cy="29307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900" smtClean="0"/>
                <a:t>true</a:t>
              </a:r>
              <a:endParaRPr lang="ru-RU" sz="900"/>
            </a:p>
          </p:txBody>
        </p:sp>
        <p:sp>
          <p:nvSpPr>
            <p:cNvPr id="341" name="Прямоугольник 340"/>
            <p:cNvSpPr/>
            <p:nvPr/>
          </p:nvSpPr>
          <p:spPr>
            <a:xfrm>
              <a:off x="7241552" y="3371829"/>
              <a:ext cx="1188069" cy="293079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900" smtClean="0"/>
                <a:t>bool</a:t>
              </a:r>
              <a:endParaRPr lang="ru-RU" sz="900"/>
            </a:p>
          </p:txBody>
        </p:sp>
        <p:grpSp>
          <p:nvGrpSpPr>
            <p:cNvPr id="355" name="Группа 354"/>
            <p:cNvGrpSpPr/>
            <p:nvPr/>
          </p:nvGrpSpPr>
          <p:grpSpPr>
            <a:xfrm>
              <a:off x="5072035" y="514309"/>
              <a:ext cx="3383688" cy="4143404"/>
              <a:chOff x="5260247" y="514309"/>
              <a:chExt cx="3383688" cy="4143404"/>
            </a:xfrm>
          </p:grpSpPr>
          <p:grpSp>
            <p:nvGrpSpPr>
              <p:cNvPr id="10" name="Группа 82"/>
              <p:cNvGrpSpPr/>
              <p:nvPr/>
            </p:nvGrpSpPr>
            <p:grpSpPr>
              <a:xfrm>
                <a:off x="5286349" y="514309"/>
                <a:ext cx="3357586" cy="4143404"/>
                <a:chOff x="-500098" y="285734"/>
                <a:chExt cx="2653411" cy="4039818"/>
              </a:xfrm>
            </p:grpSpPr>
            <p:sp>
              <p:nvSpPr>
                <p:cNvPr id="84" name="TextBox 83"/>
                <p:cNvSpPr txBox="1"/>
                <p:nvPr/>
              </p:nvSpPr>
              <p:spPr>
                <a:xfrm>
                  <a:off x="-500098" y="571485"/>
                  <a:ext cx="338733" cy="19243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900" b="1" smtClean="0"/>
                    <a:t>props</a:t>
                  </a:r>
                  <a:endParaRPr lang="ru-RU" sz="900" b="1"/>
                </a:p>
              </p:txBody>
            </p:sp>
            <p:grpSp>
              <p:nvGrpSpPr>
                <p:cNvPr id="11" name="Группа 54"/>
                <p:cNvGrpSpPr/>
                <p:nvPr/>
              </p:nvGrpSpPr>
              <p:grpSpPr>
                <a:xfrm>
                  <a:off x="-500098" y="773298"/>
                  <a:ext cx="2653411" cy="285754"/>
                  <a:chOff x="785786" y="3416504"/>
                  <a:chExt cx="2653411" cy="285754"/>
                </a:xfrm>
              </p:grpSpPr>
              <p:sp>
                <p:nvSpPr>
                  <p:cNvPr id="110" name="Прямоугольник 109"/>
                  <p:cNvSpPr/>
                  <p:nvPr/>
                </p:nvSpPr>
                <p:spPr>
                  <a:xfrm>
                    <a:off x="785786" y="3416506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answer</a:t>
                    </a:r>
                    <a:endParaRPr lang="ru-RU" sz="9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1" name="Прямоугольник 110"/>
                  <p:cNvSpPr/>
                  <p:nvPr/>
                </p:nvSpPr>
                <p:spPr>
                  <a:xfrm>
                    <a:off x="1643043" y="3416505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“”</a:t>
                    </a:r>
                    <a:endParaRPr lang="ru-RU" sz="900"/>
                  </a:p>
                </p:txBody>
              </p:sp>
              <p:sp>
                <p:nvSpPr>
                  <p:cNvPr id="112" name="Прямоугольник 111"/>
                  <p:cNvSpPr/>
                  <p:nvPr/>
                </p:nvSpPr>
                <p:spPr>
                  <a:xfrm>
                    <a:off x="2500298" y="3416504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err="1" smtClean="0"/>
                      <a:t>str</a:t>
                    </a:r>
                    <a:endParaRPr lang="ru-RU" sz="900"/>
                  </a:p>
                </p:txBody>
              </p:sp>
            </p:grpSp>
            <p:grpSp>
              <p:nvGrpSpPr>
                <p:cNvPr id="12" name="Группа 55"/>
                <p:cNvGrpSpPr/>
                <p:nvPr/>
              </p:nvGrpSpPr>
              <p:grpSpPr>
                <a:xfrm>
                  <a:off x="-500098" y="1071552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107" name="Прямоугольник 106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b="0" baseline="0" err="1" smtClean="0">
                        <a:solidFill>
                          <a:schemeClr val="tx1"/>
                        </a:solidFill>
                      </a:rPr>
                      <a:t>answerOptions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Прямоугольник 107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[]</a:t>
                    </a:r>
                    <a:endParaRPr lang="ru-RU" sz="900"/>
                  </a:p>
                </p:txBody>
              </p:sp>
              <p:sp>
                <p:nvSpPr>
                  <p:cNvPr id="109" name="Прямоугольник 108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err="1" smtClean="0"/>
                      <a:t>arr</a:t>
                    </a:r>
                    <a:endParaRPr lang="ru-RU" sz="900"/>
                  </a:p>
                </p:txBody>
              </p:sp>
            </p:grpSp>
            <p:grpSp>
              <p:nvGrpSpPr>
                <p:cNvPr id="13" name="Группа 59"/>
                <p:cNvGrpSpPr/>
                <p:nvPr/>
              </p:nvGrpSpPr>
              <p:grpSpPr>
                <a:xfrm>
                  <a:off x="-500098" y="1357304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104" name="Прямоугольник 103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b="0" baseline="0" err="1" smtClean="0">
                        <a:solidFill>
                          <a:schemeClr val="tx1"/>
                        </a:solidFill>
                      </a:rPr>
                      <a:t>questionId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5" name="Прямоугольник 104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1</a:t>
                    </a:r>
                    <a:endParaRPr lang="ru-RU" sz="900"/>
                  </a:p>
                </p:txBody>
              </p:sp>
              <p:sp>
                <p:nvSpPr>
                  <p:cNvPr id="106" name="Прямоугольник 105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num</a:t>
                    </a:r>
                    <a:endParaRPr lang="ru-RU" sz="900"/>
                  </a:p>
                </p:txBody>
              </p:sp>
            </p:grpSp>
            <p:grpSp>
              <p:nvGrpSpPr>
                <p:cNvPr id="14" name="Группа 63"/>
                <p:cNvGrpSpPr/>
                <p:nvPr/>
              </p:nvGrpSpPr>
              <p:grpSpPr>
                <a:xfrm>
                  <a:off x="-500098" y="1643056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101" name="Прямоугольник 100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b="0" baseline="0" smtClean="0">
                        <a:solidFill>
                          <a:schemeClr val="tx1"/>
                        </a:solidFill>
                      </a:rPr>
                      <a:t>question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" name="Прямоугольник 101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“”</a:t>
                    </a:r>
                    <a:endParaRPr lang="ru-RU" sz="900"/>
                  </a:p>
                </p:txBody>
              </p:sp>
              <p:sp>
                <p:nvSpPr>
                  <p:cNvPr id="103" name="Прямоугольник 102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str</a:t>
                    </a:r>
                    <a:endParaRPr lang="ru-RU" sz="900"/>
                  </a:p>
                </p:txBody>
              </p:sp>
            </p:grpSp>
            <p:grpSp>
              <p:nvGrpSpPr>
                <p:cNvPr id="15" name="Группа 67"/>
                <p:cNvGrpSpPr/>
                <p:nvPr/>
              </p:nvGrpSpPr>
              <p:grpSpPr>
                <a:xfrm>
                  <a:off x="-500098" y="1928808"/>
                  <a:ext cx="2653411" cy="571504"/>
                  <a:chOff x="785786" y="3429006"/>
                  <a:chExt cx="2653411" cy="285753"/>
                </a:xfrm>
              </p:grpSpPr>
              <p:sp>
                <p:nvSpPr>
                  <p:cNvPr id="98" name="Прямоугольник 97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b="0" baseline="0" smtClean="0">
                        <a:solidFill>
                          <a:srgbClr val="FF0000"/>
                        </a:solidFill>
                      </a:rPr>
                      <a:t>questionTotal</a:t>
                    </a:r>
                    <a:endParaRPr lang="ru-RU" sz="900" b="0" baseline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99" name="Прямоугольник 98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endParaRPr lang="en-US" sz="900" b="0" baseline="0" smtClean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0" name="Прямоугольник 99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num</a:t>
                    </a:r>
                    <a:endParaRPr lang="ru-RU" sz="900"/>
                  </a:p>
                </p:txBody>
              </p:sp>
            </p:grpSp>
            <p:grpSp>
              <p:nvGrpSpPr>
                <p:cNvPr id="16" name="Группа 71"/>
                <p:cNvGrpSpPr/>
                <p:nvPr/>
              </p:nvGrpSpPr>
              <p:grpSpPr>
                <a:xfrm>
                  <a:off x="-500098" y="2500293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95" name="Прямоугольник 94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onAnswerSelected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Прямоугольник 95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900"/>
                  </a:p>
                </p:txBody>
              </p:sp>
              <p:sp>
                <p:nvSpPr>
                  <p:cNvPr id="97" name="Прямоугольник 96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900" smtClean="0"/>
                      <a:t>func</a:t>
                    </a:r>
                    <a:endParaRPr lang="ru-RU" sz="900"/>
                  </a:p>
                </p:txBody>
              </p:sp>
            </p:grpSp>
            <p:grpSp>
              <p:nvGrpSpPr>
                <p:cNvPr id="18" name="Группа 75"/>
                <p:cNvGrpSpPr/>
                <p:nvPr/>
              </p:nvGrpSpPr>
              <p:grpSpPr>
                <a:xfrm>
                  <a:off x="-500098" y="4039800"/>
                  <a:ext cx="2643207" cy="285752"/>
                  <a:chOff x="785786" y="4682742"/>
                  <a:chExt cx="1797006" cy="285752"/>
                </a:xfrm>
              </p:grpSpPr>
              <p:sp>
                <p:nvSpPr>
                  <p:cNvPr id="93" name="Прямоугольник 92"/>
                  <p:cNvSpPr/>
                  <p:nvPr/>
                </p:nvSpPr>
                <p:spPr>
                  <a:xfrm>
                    <a:off x="785786" y="4682742"/>
                    <a:ext cx="1285884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None/>
                    </a:pPr>
                    <a:r>
                      <a:rPr lang="en-US" sz="900" b="0" baseline="0" smtClean="0">
                        <a:solidFill>
                          <a:schemeClr val="tx1"/>
                        </a:solidFill>
                      </a:rPr>
                      <a:t>map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Прямоугольник 93"/>
                  <p:cNvSpPr/>
                  <p:nvPr/>
                </p:nvSpPr>
                <p:spPr>
                  <a:xfrm>
                    <a:off x="1725536" y="4682742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endParaRPr lang="ru-RU" sz="900"/>
                  </a:p>
                </p:txBody>
              </p:sp>
            </p:grpSp>
            <p:sp>
              <p:nvSpPr>
                <p:cNvPr id="92" name="TextBox 91"/>
                <p:cNvSpPr txBox="1"/>
                <p:nvPr/>
              </p:nvSpPr>
              <p:spPr>
                <a:xfrm>
                  <a:off x="-500098" y="285734"/>
                  <a:ext cx="2643206" cy="192433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900" b="1" smtClean="0"/>
                    <a:t>Quiz</a:t>
                  </a:r>
                  <a:endParaRPr lang="ru-RU" sz="900" b="1"/>
                </a:p>
              </p:txBody>
            </p:sp>
          </p:grpSp>
          <p:grpSp>
            <p:nvGrpSpPr>
              <p:cNvPr id="351" name="Группа 350"/>
              <p:cNvGrpSpPr/>
              <p:nvPr/>
            </p:nvGrpSpPr>
            <p:grpSpPr>
              <a:xfrm>
                <a:off x="5260247" y="3657581"/>
                <a:ext cx="3312250" cy="293079"/>
                <a:chOff x="5233870" y="3729019"/>
                <a:chExt cx="3312250" cy="293079"/>
              </a:xfrm>
            </p:grpSpPr>
            <p:sp>
              <p:nvSpPr>
                <p:cNvPr id="348" name="Прямоугольник 347"/>
                <p:cNvSpPr/>
                <p:nvPr/>
              </p:nvSpPr>
              <p:spPr>
                <a:xfrm>
                  <a:off x="7358051" y="3729019"/>
                  <a:ext cx="1188069" cy="293079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endParaRPr lang="ru-RU" sz="900"/>
                </a:p>
              </p:txBody>
            </p:sp>
            <p:sp>
              <p:nvSpPr>
                <p:cNvPr id="349" name="Прямоугольник 348"/>
                <p:cNvSpPr/>
                <p:nvPr/>
              </p:nvSpPr>
              <p:spPr>
                <a:xfrm>
                  <a:off x="5233870" y="3729019"/>
                  <a:ext cx="1097672" cy="293079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isSelected</a:t>
                  </a:r>
                  <a:endParaRPr lang="ru-RU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0" name="Прямоугольник 349"/>
                <p:cNvSpPr/>
                <p:nvPr/>
              </p:nvSpPr>
              <p:spPr>
                <a:xfrm>
                  <a:off x="6357919" y="3729019"/>
                  <a:ext cx="1084759" cy="293079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endParaRPr lang="ru-RU" sz="900"/>
                </a:p>
              </p:txBody>
            </p:sp>
          </p:grpSp>
        </p:grpSp>
      </p:grpSp>
      <p:cxnSp>
        <p:nvCxnSpPr>
          <p:cNvPr id="353" name="Соединительная линия уступом 352"/>
          <p:cNvCxnSpPr>
            <a:stCxn id="331" idx="3"/>
            <a:endCxn id="349" idx="1"/>
          </p:cNvCxnSpPr>
          <p:nvPr/>
        </p:nvCxnSpPr>
        <p:spPr>
          <a:xfrm>
            <a:off x="4000465" y="3533022"/>
            <a:ext cx="1214446" cy="27109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4" name="Группа 373"/>
          <p:cNvGrpSpPr/>
          <p:nvPr/>
        </p:nvGrpSpPr>
        <p:grpSpPr>
          <a:xfrm>
            <a:off x="5500663" y="7158043"/>
            <a:ext cx="2846357" cy="1176346"/>
            <a:chOff x="8072431" y="7229481"/>
            <a:chExt cx="2846357" cy="1176346"/>
          </a:xfrm>
        </p:grpSpPr>
        <p:grpSp>
          <p:nvGrpSpPr>
            <p:cNvPr id="359" name="Группа 126"/>
            <p:cNvGrpSpPr/>
            <p:nvPr/>
          </p:nvGrpSpPr>
          <p:grpSpPr>
            <a:xfrm>
              <a:off x="8072431" y="7229481"/>
              <a:ext cx="2846357" cy="928694"/>
              <a:chOff x="-500098" y="285734"/>
              <a:chExt cx="2653411" cy="1071571"/>
            </a:xfrm>
          </p:grpSpPr>
          <p:sp>
            <p:nvSpPr>
              <p:cNvPr id="360" name="TextBox 359"/>
              <p:cNvSpPr txBox="1"/>
              <p:nvPr/>
            </p:nvSpPr>
            <p:spPr>
              <a:xfrm>
                <a:off x="-500098" y="571487"/>
                <a:ext cx="266382" cy="3875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lIns="58299" tIns="29149" rIns="58299" bIns="29149" rtlCol="0">
                <a:spAutoFit/>
              </a:bodyPr>
              <a:lstStyle/>
              <a:p>
                <a:r>
                  <a:rPr lang="en-US" sz="900" b="1" smtClean="0"/>
                  <a:t>props</a:t>
                </a:r>
                <a:endParaRPr lang="ru-RU" sz="900" b="1"/>
              </a:p>
            </p:txBody>
          </p:sp>
          <p:grpSp>
            <p:nvGrpSpPr>
              <p:cNvPr id="361" name="Группа 54"/>
              <p:cNvGrpSpPr/>
              <p:nvPr/>
            </p:nvGrpSpPr>
            <p:grpSpPr>
              <a:xfrm>
                <a:off x="-500098" y="785800"/>
                <a:ext cx="2653411" cy="285753"/>
                <a:chOff x="785786" y="3429006"/>
                <a:chExt cx="2653411" cy="285753"/>
              </a:xfrm>
            </p:grpSpPr>
            <p:sp>
              <p:nvSpPr>
                <p:cNvPr id="367" name="Прямоугольник 366"/>
                <p:cNvSpPr/>
                <p:nvPr/>
              </p:nvSpPr>
              <p:spPr>
                <a:xfrm>
                  <a:off x="785786" y="3429007"/>
                  <a:ext cx="867461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quizResult</a:t>
                  </a:r>
                  <a:endParaRPr lang="ru-RU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8" name="Прямоугольник 367"/>
                <p:cNvSpPr/>
                <p:nvPr/>
              </p:nvSpPr>
              <p:spPr>
                <a:xfrm>
                  <a:off x="1643043" y="3429007"/>
                  <a:ext cx="857256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smtClean="0"/>
                    <a:t>“”</a:t>
                  </a:r>
                  <a:endParaRPr lang="ru-RU" sz="900"/>
                </a:p>
              </p:txBody>
            </p:sp>
            <p:sp>
              <p:nvSpPr>
                <p:cNvPr id="369" name="Прямоугольник 368"/>
                <p:cNvSpPr/>
                <p:nvPr/>
              </p:nvSpPr>
              <p:spPr>
                <a:xfrm>
                  <a:off x="2500298" y="3429006"/>
                  <a:ext cx="938899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smtClean="0"/>
                    <a:t>str</a:t>
                  </a:r>
                  <a:endParaRPr lang="ru-RU" sz="900"/>
                </a:p>
              </p:txBody>
            </p:sp>
          </p:grpSp>
          <p:grpSp>
            <p:nvGrpSpPr>
              <p:cNvPr id="362" name="Группа 55"/>
              <p:cNvGrpSpPr/>
              <p:nvPr/>
            </p:nvGrpSpPr>
            <p:grpSpPr>
              <a:xfrm>
                <a:off x="-500098" y="1071552"/>
                <a:ext cx="2653411" cy="285753"/>
                <a:chOff x="785786" y="3429006"/>
                <a:chExt cx="2653411" cy="285753"/>
              </a:xfrm>
            </p:grpSpPr>
            <p:sp>
              <p:nvSpPr>
                <p:cNvPr id="364" name="Прямоугольник 363"/>
                <p:cNvSpPr/>
                <p:nvPr/>
              </p:nvSpPr>
              <p:spPr>
                <a:xfrm>
                  <a:off x="785786" y="3429007"/>
                  <a:ext cx="867461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trueAnswer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5" name="Прямоугольник 364"/>
                <p:cNvSpPr/>
                <p:nvPr/>
              </p:nvSpPr>
              <p:spPr>
                <a:xfrm>
                  <a:off x="1643043" y="3429007"/>
                  <a:ext cx="857256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smtClean="0"/>
                    <a:t>1</a:t>
                  </a:r>
                  <a:endParaRPr lang="ru-RU" sz="900"/>
                </a:p>
              </p:txBody>
            </p:sp>
            <p:sp>
              <p:nvSpPr>
                <p:cNvPr id="366" name="Прямоугольник 365"/>
                <p:cNvSpPr/>
                <p:nvPr/>
              </p:nvSpPr>
              <p:spPr>
                <a:xfrm>
                  <a:off x="2500298" y="3429006"/>
                  <a:ext cx="938899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smtClean="0"/>
                    <a:t>num</a:t>
                  </a:r>
                  <a:endParaRPr lang="ru-RU" sz="900"/>
                </a:p>
              </p:txBody>
            </p:sp>
          </p:grpSp>
          <p:sp>
            <p:nvSpPr>
              <p:cNvPr id="363" name="TextBox 362"/>
              <p:cNvSpPr txBox="1"/>
              <p:nvPr/>
            </p:nvSpPr>
            <p:spPr>
              <a:xfrm>
                <a:off x="-500098" y="285734"/>
                <a:ext cx="2643206" cy="227731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square" lIns="58299" tIns="29149" rIns="58299" bIns="29149" rtlCol="0">
                <a:spAutoFit/>
              </a:bodyPr>
              <a:lstStyle/>
              <a:p>
                <a:r>
                  <a:rPr lang="en-US" sz="900" b="1" smtClean="0"/>
                  <a:t>Result</a:t>
                </a:r>
                <a:endParaRPr lang="ru-RU" sz="900" b="1"/>
              </a:p>
            </p:txBody>
          </p:sp>
        </p:grpSp>
        <p:grpSp>
          <p:nvGrpSpPr>
            <p:cNvPr id="373" name="Группа 372"/>
            <p:cNvGrpSpPr/>
            <p:nvPr/>
          </p:nvGrpSpPr>
          <p:grpSpPr>
            <a:xfrm>
              <a:off x="8072431" y="8158175"/>
              <a:ext cx="2846357" cy="247652"/>
              <a:chOff x="8019196" y="8372489"/>
              <a:chExt cx="2846357" cy="247652"/>
            </a:xfrm>
          </p:grpSpPr>
          <p:sp>
            <p:nvSpPr>
              <p:cNvPr id="370" name="Прямоугольник 369"/>
              <p:cNvSpPr/>
              <p:nvPr/>
            </p:nvSpPr>
            <p:spPr>
              <a:xfrm>
                <a:off x="8019196" y="8372490"/>
                <a:ext cx="930539" cy="247651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900" smtClean="0">
                    <a:solidFill>
                      <a:schemeClr val="tx1"/>
                    </a:solidFill>
                  </a:rPr>
                  <a:t>questionTotal</a:t>
                </a:r>
                <a:endParaRPr lang="ru-RU" sz="9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Прямоугольник 370"/>
              <p:cNvSpPr/>
              <p:nvPr/>
            </p:nvSpPr>
            <p:spPr>
              <a:xfrm>
                <a:off x="8938789" y="8372490"/>
                <a:ext cx="919592" cy="247651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quizQuestions.length</a:t>
                </a:r>
                <a:endParaRPr lang="ru-RU" sz="900"/>
              </a:p>
            </p:txBody>
          </p:sp>
          <p:sp>
            <p:nvSpPr>
              <p:cNvPr id="372" name="Прямоугольник 371"/>
              <p:cNvSpPr/>
              <p:nvPr/>
            </p:nvSpPr>
            <p:spPr>
              <a:xfrm>
                <a:off x="9858381" y="8372489"/>
                <a:ext cx="1007172" cy="247651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num</a:t>
                </a:r>
                <a:endParaRPr lang="ru-RU" sz="900"/>
              </a:p>
            </p:txBody>
          </p:sp>
        </p:grpSp>
      </p:grpSp>
      <p:cxnSp>
        <p:nvCxnSpPr>
          <p:cNvPr id="376" name="Соединительная линия уступом 375"/>
          <p:cNvCxnSpPr>
            <a:stCxn id="75" idx="3"/>
            <a:endCxn id="367" idx="1"/>
          </p:cNvCxnSpPr>
          <p:nvPr/>
        </p:nvCxnSpPr>
        <p:spPr>
          <a:xfrm>
            <a:off x="4000465" y="3282074"/>
            <a:ext cx="1500198" cy="443318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Соединительная линия уступом 377"/>
          <p:cNvCxnSpPr>
            <a:stCxn id="71" idx="3"/>
            <a:endCxn id="364" idx="1"/>
          </p:cNvCxnSpPr>
          <p:nvPr/>
        </p:nvCxnSpPr>
        <p:spPr>
          <a:xfrm>
            <a:off x="4000465" y="2195846"/>
            <a:ext cx="1500198" cy="5767066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2" name="Группа 401"/>
          <p:cNvGrpSpPr/>
          <p:nvPr/>
        </p:nvGrpSpPr>
        <p:grpSpPr>
          <a:xfrm>
            <a:off x="11181631" y="3514705"/>
            <a:ext cx="3678998" cy="4892587"/>
            <a:chOff x="11181631" y="3514705"/>
            <a:chExt cx="3678998" cy="4892587"/>
          </a:xfrm>
        </p:grpSpPr>
        <p:grpSp>
          <p:nvGrpSpPr>
            <p:cNvPr id="24" name="Группа 316"/>
            <p:cNvGrpSpPr/>
            <p:nvPr/>
          </p:nvGrpSpPr>
          <p:grpSpPr>
            <a:xfrm>
              <a:off x="11215703" y="3514705"/>
              <a:ext cx="3644926" cy="4000528"/>
              <a:chOff x="11144265" y="3586143"/>
              <a:chExt cx="3644926" cy="4000528"/>
            </a:xfrm>
          </p:grpSpPr>
          <p:grpSp>
            <p:nvGrpSpPr>
              <p:cNvPr id="25" name="Группа 267"/>
              <p:cNvGrpSpPr/>
              <p:nvPr/>
            </p:nvGrpSpPr>
            <p:grpSpPr>
              <a:xfrm>
                <a:off x="11144265" y="3586143"/>
                <a:ext cx="3643338" cy="3427194"/>
                <a:chOff x="11144265" y="3586143"/>
                <a:chExt cx="3643338" cy="3427194"/>
              </a:xfrm>
            </p:grpSpPr>
            <p:grpSp>
              <p:nvGrpSpPr>
                <p:cNvPr id="26" name="Группа 187"/>
                <p:cNvGrpSpPr/>
                <p:nvPr/>
              </p:nvGrpSpPr>
              <p:grpSpPr>
                <a:xfrm>
                  <a:off x="11144265" y="3586143"/>
                  <a:ext cx="3643338" cy="2428892"/>
                  <a:chOff x="-500098" y="285734"/>
                  <a:chExt cx="2653411" cy="2786082"/>
                </a:xfrm>
              </p:grpSpPr>
              <p:sp>
                <p:nvSpPr>
                  <p:cNvPr id="189" name="TextBox 188"/>
                  <p:cNvSpPr txBox="1"/>
                  <p:nvPr/>
                </p:nvSpPr>
                <p:spPr>
                  <a:xfrm>
                    <a:off x="-500098" y="571486"/>
                    <a:ext cx="260138" cy="385258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900" b="1" smtClean="0"/>
                      <a:t>props</a:t>
                    </a:r>
                    <a:endParaRPr lang="ru-RU" sz="900" b="1"/>
                  </a:p>
                </p:txBody>
              </p:sp>
              <p:grpSp>
                <p:nvGrpSpPr>
                  <p:cNvPr id="27" name="Группа 54"/>
                  <p:cNvGrpSpPr/>
                  <p:nvPr/>
                </p:nvGrpSpPr>
                <p:grpSpPr>
                  <a:xfrm>
                    <a:off x="-500098" y="785800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215" name="Прямоугольник 214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key</a:t>
                      </a:r>
                      <a:endParaRPr lang="ru-RU" sz="9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16" name="Прямоугольник 215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  <p:sp>
                  <p:nvSpPr>
                    <p:cNvPr id="217" name="Прямоугольник 216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err="1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28" name="Группа 55"/>
                  <p:cNvGrpSpPr/>
                  <p:nvPr/>
                </p:nvGrpSpPr>
                <p:grpSpPr>
                  <a:xfrm>
                    <a:off x="-500098" y="1071552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212" name="Прямоугольник 211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answerContent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13" name="Прямоугольник 212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  <p:sp>
                  <p:nvSpPr>
                    <p:cNvPr id="214" name="Прямоугольник 213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29" name="Группа 59"/>
                  <p:cNvGrpSpPr/>
                  <p:nvPr/>
                </p:nvGrpSpPr>
                <p:grpSpPr>
                  <a:xfrm>
                    <a:off x="-500098" y="1357304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209" name="Прямоугольник 208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answerType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10" name="Прямоугольник 209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  <p:sp>
                  <p:nvSpPr>
                    <p:cNvPr id="211" name="Прямоугольник 210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30" name="Группа 63"/>
                  <p:cNvGrpSpPr/>
                  <p:nvPr/>
                </p:nvGrpSpPr>
                <p:grpSpPr>
                  <a:xfrm>
                    <a:off x="-500098" y="1643056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206" name="Прямоугольник 205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answer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07" name="Прямоугольник 206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  <p:sp>
                  <p:nvSpPr>
                    <p:cNvPr id="208" name="Прямоугольник 207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31" name="Группа 67"/>
                  <p:cNvGrpSpPr/>
                  <p:nvPr/>
                </p:nvGrpSpPr>
                <p:grpSpPr>
                  <a:xfrm>
                    <a:off x="-500098" y="1928808"/>
                    <a:ext cx="2653411" cy="571504"/>
                    <a:chOff x="785786" y="3429006"/>
                    <a:chExt cx="2653411" cy="285753"/>
                  </a:xfrm>
                </p:grpSpPr>
                <p:sp>
                  <p:nvSpPr>
                    <p:cNvPr id="203" name="Прямоугольник 202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b="0" baseline="0" smtClean="0">
                          <a:solidFill>
                            <a:schemeClr val="tx1"/>
                          </a:solidFill>
                        </a:rPr>
                        <a:t>questionId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04" name="Прямоугольник 203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endParaRPr lang="en-US" sz="900" b="0" baseline="0" smtClean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05" name="Прямоугольник 204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num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32" name="Группа 71"/>
                  <p:cNvGrpSpPr/>
                  <p:nvPr/>
                </p:nvGrpSpPr>
                <p:grpSpPr>
                  <a:xfrm>
                    <a:off x="-500098" y="2500293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200" name="Прямоугольник 199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onAnswerSelected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01" name="Прямоугольник 200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  <p:sp>
                  <p:nvSpPr>
                    <p:cNvPr id="202" name="Прямоугольник 201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smtClean="0"/>
                        <a:t>func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33" name="Группа 75"/>
                  <p:cNvGrpSpPr/>
                  <p:nvPr/>
                </p:nvGrpSpPr>
                <p:grpSpPr>
                  <a:xfrm>
                    <a:off x="-500098" y="2786064"/>
                    <a:ext cx="2643207" cy="285752"/>
                    <a:chOff x="785786" y="3429006"/>
                    <a:chExt cx="1797006" cy="285752"/>
                  </a:xfrm>
                </p:grpSpPr>
                <p:sp>
                  <p:nvSpPr>
                    <p:cNvPr id="198" name="Прямоугольник 197"/>
                    <p:cNvSpPr/>
                    <p:nvPr/>
                  </p:nvSpPr>
                  <p:spPr>
                    <a:xfrm>
                      <a:off x="785786" y="3429006"/>
                      <a:ext cx="1285884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render</a:t>
                      </a:r>
                      <a:endParaRPr lang="ru-RU" sz="9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99" name="Прямоугольник 198"/>
                    <p:cNvSpPr/>
                    <p:nvPr/>
                  </p:nvSpPr>
                  <p:spPr>
                    <a:xfrm>
                      <a:off x="1725536" y="3429006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</p:grpSp>
              <p:sp>
                <p:nvSpPr>
                  <p:cNvPr id="197" name="TextBox 196"/>
                  <p:cNvSpPr txBox="1"/>
                  <p:nvPr/>
                </p:nvSpPr>
                <p:spPr>
                  <a:xfrm>
                    <a:off x="-500098" y="285734"/>
                    <a:ext cx="2643206" cy="226392"/>
                  </a:xfrm>
                  <a:prstGeom prst="rect">
                    <a:avLst/>
                  </a:prstGeom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900" b="1" smtClean="0"/>
                      <a:t>AnswerOption</a:t>
                    </a:r>
                    <a:endParaRPr lang="ru-RU" sz="900" b="1"/>
                  </a:p>
                </p:txBody>
              </p:sp>
            </p:grpSp>
            <p:grpSp>
              <p:nvGrpSpPr>
                <p:cNvPr id="34" name="Группа 266"/>
                <p:cNvGrpSpPr/>
                <p:nvPr/>
              </p:nvGrpSpPr>
              <p:grpSpPr>
                <a:xfrm>
                  <a:off x="11144265" y="6015035"/>
                  <a:ext cx="3643338" cy="998302"/>
                  <a:chOff x="10858513" y="7015167"/>
                  <a:chExt cx="3643338" cy="998302"/>
                </a:xfrm>
              </p:grpSpPr>
              <p:grpSp>
                <p:nvGrpSpPr>
                  <p:cNvPr id="35" name="Группа 258"/>
                  <p:cNvGrpSpPr/>
                  <p:nvPr/>
                </p:nvGrpSpPr>
                <p:grpSpPr>
                  <a:xfrm>
                    <a:off x="10858513" y="7300919"/>
                    <a:ext cx="3643338" cy="249118"/>
                    <a:chOff x="11110193" y="6157910"/>
                    <a:chExt cx="3643338" cy="249118"/>
                  </a:xfrm>
                </p:grpSpPr>
                <p:sp>
                  <p:nvSpPr>
                    <p:cNvPr id="250" name="Прямоугольник 249"/>
                    <p:cNvSpPr/>
                    <p:nvPr/>
                  </p:nvSpPr>
                  <p:spPr>
                    <a:xfrm>
                      <a:off x="11110193" y="6157911"/>
                      <a:ext cx="1191091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ru-RU" sz="9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51" name="Прямоугольник 250"/>
                    <p:cNvSpPr/>
                    <p:nvPr/>
                  </p:nvSpPr>
                  <p:spPr>
                    <a:xfrm>
                      <a:off x="12287273" y="6157911"/>
                      <a:ext cx="1177079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  <p:sp>
                  <p:nvSpPr>
                    <p:cNvPr id="252" name="Прямоугольник 251"/>
                    <p:cNvSpPr/>
                    <p:nvPr/>
                  </p:nvSpPr>
                  <p:spPr>
                    <a:xfrm>
                      <a:off x="13464350" y="6157910"/>
                      <a:ext cx="1289181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err="1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36" name="Группа 259"/>
                  <p:cNvGrpSpPr/>
                  <p:nvPr/>
                </p:nvGrpSpPr>
                <p:grpSpPr>
                  <a:xfrm>
                    <a:off x="10858513" y="7515233"/>
                    <a:ext cx="3643338" cy="249118"/>
                    <a:chOff x="11147562" y="6872291"/>
                    <a:chExt cx="3643338" cy="249118"/>
                  </a:xfrm>
                </p:grpSpPr>
                <p:sp>
                  <p:nvSpPr>
                    <p:cNvPr id="253" name="Прямоугольник 252"/>
                    <p:cNvSpPr/>
                    <p:nvPr/>
                  </p:nvSpPr>
                  <p:spPr>
                    <a:xfrm>
                      <a:off x="11147562" y="6872292"/>
                      <a:ext cx="1191091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disable</a:t>
                      </a:r>
                      <a:endParaRPr lang="ru-RU" sz="9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54" name="Прямоугольник 253"/>
                    <p:cNvSpPr/>
                    <p:nvPr/>
                  </p:nvSpPr>
                  <p:spPr>
                    <a:xfrm>
                      <a:off x="12324642" y="6872292"/>
                      <a:ext cx="1177079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  <p:sp>
                  <p:nvSpPr>
                    <p:cNvPr id="255" name="Прямоугольник 254"/>
                    <p:cNvSpPr/>
                    <p:nvPr/>
                  </p:nvSpPr>
                  <p:spPr>
                    <a:xfrm>
                      <a:off x="13501719" y="6872291"/>
                      <a:ext cx="1289181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err="1" smtClean="0"/>
                        <a:t>str</a:t>
                      </a:r>
                      <a:endParaRPr lang="ru-RU" sz="900"/>
                    </a:p>
                  </p:txBody>
                </p:sp>
              </p:grpSp>
              <p:grpSp>
                <p:nvGrpSpPr>
                  <p:cNvPr id="37" name="Группа 261"/>
                  <p:cNvGrpSpPr/>
                  <p:nvPr/>
                </p:nvGrpSpPr>
                <p:grpSpPr>
                  <a:xfrm>
                    <a:off x="10858513" y="7764351"/>
                    <a:ext cx="3643338" cy="249118"/>
                    <a:chOff x="11147562" y="6872291"/>
                    <a:chExt cx="3643338" cy="249118"/>
                  </a:xfrm>
                </p:grpSpPr>
                <p:sp>
                  <p:nvSpPr>
                    <p:cNvPr id="263" name="Прямоугольник 262"/>
                    <p:cNvSpPr/>
                    <p:nvPr/>
                  </p:nvSpPr>
                  <p:spPr>
                    <a:xfrm>
                      <a:off x="11147562" y="6872292"/>
                      <a:ext cx="1191091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r>
                        <a:rPr lang="en-US" sz="900" smtClean="0">
                          <a:solidFill>
                            <a:schemeClr val="tx1"/>
                          </a:solidFill>
                        </a:rPr>
                        <a:t>onChange</a:t>
                      </a:r>
                      <a:endParaRPr lang="ru-RU" sz="9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64" name="Прямоугольник 263"/>
                    <p:cNvSpPr/>
                    <p:nvPr/>
                  </p:nvSpPr>
                  <p:spPr>
                    <a:xfrm>
                      <a:off x="12324642" y="6872292"/>
                      <a:ext cx="1177079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900"/>
                    </a:p>
                  </p:txBody>
                </p:sp>
                <p:sp>
                  <p:nvSpPr>
                    <p:cNvPr id="265" name="Прямоугольник 264"/>
                    <p:cNvSpPr/>
                    <p:nvPr/>
                  </p:nvSpPr>
                  <p:spPr>
                    <a:xfrm>
                      <a:off x="13501719" y="6872291"/>
                      <a:ext cx="1289181" cy="24911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5"/>
                    </a:lnRef>
                    <a:fillRef idx="1">
                      <a:schemeClr val="lt1"/>
                    </a:fillRef>
                    <a:effectRef idx="0">
                      <a:schemeClr val="accent5"/>
                    </a:effectRef>
                    <a:fontRef idx="minor">
                      <a:schemeClr val="dk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900" err="1" smtClean="0"/>
                        <a:t>str</a:t>
                      </a:r>
                      <a:endParaRPr lang="ru-RU" sz="900"/>
                    </a:p>
                  </p:txBody>
                </p:sp>
              </p:grpSp>
              <p:sp>
                <p:nvSpPr>
                  <p:cNvPr id="266" name="Прямоугольник 265"/>
                  <p:cNvSpPr/>
                  <p:nvPr/>
                </p:nvSpPr>
                <p:spPr>
                  <a:xfrm>
                    <a:off x="10858513" y="7015167"/>
                    <a:ext cx="642942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900" u="sng" smtClean="0"/>
                      <a:t>input</a:t>
                    </a:r>
                    <a:endParaRPr lang="ru-RU" sz="900" u="sng"/>
                  </a:p>
                </p:txBody>
              </p:sp>
            </p:grpSp>
          </p:grpSp>
          <p:cxnSp>
            <p:nvCxnSpPr>
              <p:cNvPr id="270" name="Соединительная линия уступом 269"/>
              <p:cNvCxnSpPr>
                <a:stCxn id="202" idx="3"/>
                <a:endCxn id="265" idx="3"/>
              </p:cNvCxnSpPr>
              <p:nvPr/>
            </p:nvCxnSpPr>
            <p:spPr>
              <a:xfrm>
                <a:off x="14787603" y="5641343"/>
                <a:ext cx="1588" cy="1247435"/>
              </a:xfrm>
              <a:prstGeom prst="bentConnector3">
                <a:avLst>
                  <a:gd name="adj1" fmla="val 14395466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Соединительная линия уступом 275"/>
              <p:cNvCxnSpPr>
                <a:stCxn id="211" idx="3"/>
                <a:endCxn id="252" idx="3"/>
              </p:cNvCxnSpPr>
              <p:nvPr/>
            </p:nvCxnSpPr>
            <p:spPr>
              <a:xfrm>
                <a:off x="14787603" y="4644891"/>
                <a:ext cx="1588" cy="1780455"/>
              </a:xfrm>
              <a:prstGeom prst="bentConnector3">
                <a:avLst>
                  <a:gd name="adj1" fmla="val 28519278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Группа 297"/>
              <p:cNvGrpSpPr/>
              <p:nvPr/>
            </p:nvGrpSpPr>
            <p:grpSpPr>
              <a:xfrm>
                <a:off x="11144265" y="7015167"/>
                <a:ext cx="3643338" cy="249118"/>
                <a:chOff x="11181631" y="7443794"/>
                <a:chExt cx="3643338" cy="249118"/>
              </a:xfrm>
            </p:grpSpPr>
            <p:sp>
              <p:nvSpPr>
                <p:cNvPr id="295" name="Прямоугольник 294"/>
                <p:cNvSpPr/>
                <p:nvPr/>
              </p:nvSpPr>
              <p:spPr>
                <a:xfrm>
                  <a:off x="11181631" y="7443795"/>
                  <a:ext cx="1191091" cy="249117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lIns="58299" tIns="29149" rIns="58299" bIns="29149" rtlCol="0" anchor="ctr"/>
                <a:lstStyle/>
                <a:p>
                  <a:r>
                    <a:rPr lang="en-US" sz="900" smtClean="0">
                      <a:solidFill>
                        <a:schemeClr val="tx1"/>
                      </a:solidFill>
                    </a:rPr>
                    <a:t>id</a:t>
                  </a:r>
                  <a:endParaRPr lang="ru-RU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6" name="Прямоугольник 295"/>
                <p:cNvSpPr/>
                <p:nvPr/>
              </p:nvSpPr>
              <p:spPr>
                <a:xfrm>
                  <a:off x="12358711" y="7443795"/>
                  <a:ext cx="1177079" cy="249117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endParaRPr lang="ru-RU" sz="900"/>
                </a:p>
              </p:txBody>
            </p:sp>
            <p:sp>
              <p:nvSpPr>
                <p:cNvPr id="297" name="Прямоугольник 296"/>
                <p:cNvSpPr/>
                <p:nvPr/>
              </p:nvSpPr>
              <p:spPr>
                <a:xfrm>
                  <a:off x="13535788" y="7443794"/>
                  <a:ext cx="1289181" cy="249117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err="1" smtClean="0"/>
                    <a:t>str</a:t>
                  </a:r>
                  <a:endParaRPr lang="ru-RU" sz="900"/>
                </a:p>
              </p:txBody>
            </p:sp>
          </p:grpSp>
          <p:cxnSp>
            <p:nvCxnSpPr>
              <p:cNvPr id="300" name="Соединительная линия уступом 299"/>
              <p:cNvCxnSpPr>
                <a:stCxn id="211" idx="3"/>
                <a:endCxn id="297" idx="3"/>
              </p:cNvCxnSpPr>
              <p:nvPr/>
            </p:nvCxnSpPr>
            <p:spPr>
              <a:xfrm>
                <a:off x="14787603" y="4644891"/>
                <a:ext cx="1588" cy="2494835"/>
              </a:xfrm>
              <a:prstGeom prst="bentConnector3">
                <a:avLst>
                  <a:gd name="adj1" fmla="val 37210906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" name="Группа 302"/>
              <p:cNvGrpSpPr/>
              <p:nvPr/>
            </p:nvGrpSpPr>
            <p:grpSpPr>
              <a:xfrm>
                <a:off x="11144265" y="7229481"/>
                <a:ext cx="3643338" cy="357190"/>
                <a:chOff x="11181631" y="7443794"/>
                <a:chExt cx="3643338" cy="249118"/>
              </a:xfrm>
            </p:grpSpPr>
            <p:sp>
              <p:nvSpPr>
                <p:cNvPr id="304" name="Прямоугольник 303"/>
                <p:cNvSpPr/>
                <p:nvPr/>
              </p:nvSpPr>
              <p:spPr>
                <a:xfrm>
                  <a:off x="11181631" y="7443795"/>
                  <a:ext cx="1191091" cy="249117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lIns="58299" tIns="29149" rIns="58299" bIns="29149" rtlCol="0" anchor="ctr"/>
                <a:lstStyle/>
                <a:p>
                  <a:r>
                    <a:rPr lang="en-US" sz="900" smtClean="0">
                      <a:solidFill>
                        <a:schemeClr val="tx1"/>
                      </a:solidFill>
                    </a:rPr>
                    <a:t>checked</a:t>
                  </a:r>
                  <a:endParaRPr lang="ru-RU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5" name="Прямоугольник 304"/>
                <p:cNvSpPr/>
                <p:nvPr/>
              </p:nvSpPr>
              <p:spPr>
                <a:xfrm>
                  <a:off x="12358711" y="7443795"/>
                  <a:ext cx="1485359" cy="249117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smtClean="0"/>
                    <a:t>answerType===answer</a:t>
                  </a:r>
                  <a:endParaRPr lang="ru-RU" sz="900"/>
                </a:p>
              </p:txBody>
            </p:sp>
            <p:sp>
              <p:nvSpPr>
                <p:cNvPr id="306" name="Прямоугольник 305"/>
                <p:cNvSpPr/>
                <p:nvPr/>
              </p:nvSpPr>
              <p:spPr>
                <a:xfrm>
                  <a:off x="13844070" y="7443794"/>
                  <a:ext cx="980899" cy="249117"/>
                </a:xfrm>
                <a:prstGeom prst="rect">
                  <a:avLst/>
                </a:prstGeom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900" smtClean="0"/>
                    <a:t>boolean</a:t>
                  </a:r>
                  <a:endParaRPr lang="ru-RU" sz="900"/>
                </a:p>
              </p:txBody>
            </p:sp>
          </p:grpSp>
          <p:cxnSp>
            <p:nvCxnSpPr>
              <p:cNvPr id="308" name="Соединительная линия уступом 307"/>
              <p:cNvCxnSpPr>
                <a:stCxn id="211" idx="3"/>
                <a:endCxn id="306" idx="3"/>
              </p:cNvCxnSpPr>
              <p:nvPr/>
            </p:nvCxnSpPr>
            <p:spPr>
              <a:xfrm>
                <a:off x="14787603" y="4644891"/>
                <a:ext cx="1588" cy="2763185"/>
              </a:xfrm>
              <a:prstGeom prst="bentConnector3">
                <a:avLst>
                  <a:gd name="adj1" fmla="val 59483205"/>
                </a:avLst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Соединительная линия уступом 311"/>
              <p:cNvCxnSpPr>
                <a:stCxn id="208" idx="3"/>
                <a:endCxn id="306" idx="3"/>
              </p:cNvCxnSpPr>
              <p:nvPr/>
            </p:nvCxnSpPr>
            <p:spPr>
              <a:xfrm>
                <a:off x="14787603" y="4894008"/>
                <a:ext cx="1588" cy="2514068"/>
              </a:xfrm>
              <a:prstGeom prst="bentConnector3">
                <a:avLst>
                  <a:gd name="adj1" fmla="val 68174769"/>
                </a:avLst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5" name="Прямоугольник 384"/>
            <p:cNvSpPr/>
            <p:nvPr/>
          </p:nvSpPr>
          <p:spPr>
            <a:xfrm>
              <a:off x="13498422" y="7694743"/>
              <a:ext cx="1289181" cy="249117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900" smtClean="0"/>
                <a:t>bool</a:t>
              </a:r>
              <a:endParaRPr lang="ru-RU" sz="900"/>
            </a:p>
          </p:txBody>
        </p:sp>
        <p:sp>
          <p:nvSpPr>
            <p:cNvPr id="386" name="Прямоугольник 385"/>
            <p:cNvSpPr/>
            <p:nvPr/>
          </p:nvSpPr>
          <p:spPr>
            <a:xfrm>
              <a:off x="11215703" y="7694744"/>
              <a:ext cx="1191091" cy="249117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sz="900" smtClean="0">
                  <a:solidFill>
                    <a:schemeClr val="tx1"/>
                  </a:solidFill>
                </a:rPr>
                <a:t>styleAnswer</a:t>
              </a:r>
              <a:endParaRPr lang="ru-RU" sz="900">
                <a:solidFill>
                  <a:schemeClr val="tx1"/>
                </a:solidFill>
              </a:endParaRPr>
            </a:p>
          </p:txBody>
        </p:sp>
        <p:sp>
          <p:nvSpPr>
            <p:cNvPr id="387" name="Прямоугольник 386"/>
            <p:cNvSpPr/>
            <p:nvPr/>
          </p:nvSpPr>
          <p:spPr>
            <a:xfrm>
              <a:off x="12392783" y="7694744"/>
              <a:ext cx="1177079" cy="249117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900" smtClean="0"/>
                <a:t>true</a:t>
              </a:r>
              <a:endParaRPr lang="ru-RU" sz="900"/>
            </a:p>
          </p:txBody>
        </p:sp>
        <p:sp>
          <p:nvSpPr>
            <p:cNvPr id="388" name="Прямоугольник 387"/>
            <p:cNvSpPr/>
            <p:nvPr/>
          </p:nvSpPr>
          <p:spPr>
            <a:xfrm>
              <a:off x="13464350" y="8158174"/>
              <a:ext cx="1289181" cy="249117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endParaRPr lang="ru-RU" sz="900"/>
            </a:p>
          </p:txBody>
        </p:sp>
        <p:sp>
          <p:nvSpPr>
            <p:cNvPr id="389" name="Прямоугольник 388"/>
            <p:cNvSpPr/>
            <p:nvPr/>
          </p:nvSpPr>
          <p:spPr>
            <a:xfrm>
              <a:off x="11181631" y="8158175"/>
              <a:ext cx="1191091" cy="2491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sz="900" smtClean="0">
                  <a:solidFill>
                    <a:schemeClr val="tx1"/>
                  </a:solidFill>
                </a:rPr>
                <a:t>isSelected</a:t>
              </a:r>
              <a:endParaRPr lang="ru-RU" sz="900">
                <a:solidFill>
                  <a:schemeClr val="tx1"/>
                </a:solidFill>
              </a:endParaRPr>
            </a:p>
          </p:txBody>
        </p:sp>
        <p:sp>
          <p:nvSpPr>
            <p:cNvPr id="390" name="Прямоугольник 389"/>
            <p:cNvSpPr/>
            <p:nvPr/>
          </p:nvSpPr>
          <p:spPr>
            <a:xfrm>
              <a:off x="12358711" y="8158175"/>
              <a:ext cx="1177079" cy="249117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endParaRPr lang="ru-RU" sz="900"/>
            </a:p>
          </p:txBody>
        </p:sp>
      </p:grpSp>
      <p:cxnSp>
        <p:nvCxnSpPr>
          <p:cNvPr id="392" name="Соединительная линия уступом 391"/>
          <p:cNvCxnSpPr>
            <a:stCxn id="348" idx="3"/>
            <a:endCxn id="389" idx="1"/>
          </p:cNvCxnSpPr>
          <p:nvPr/>
        </p:nvCxnSpPr>
        <p:spPr>
          <a:xfrm>
            <a:off x="8527161" y="3804121"/>
            <a:ext cx="2654470" cy="447861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Соединительная линия уступом 393"/>
          <p:cNvCxnSpPr>
            <a:stCxn id="93" idx="1"/>
            <a:endCxn id="107" idx="1"/>
          </p:cNvCxnSpPr>
          <p:nvPr/>
        </p:nvCxnSpPr>
        <p:spPr>
          <a:xfrm rot="10800000">
            <a:off x="5241013" y="1466818"/>
            <a:ext cx="1588" cy="3044357"/>
          </a:xfrm>
          <a:prstGeom prst="bentConnector3">
            <a:avLst>
              <a:gd name="adj1" fmla="val 14395466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Соединительная линия уступом 399"/>
          <p:cNvCxnSpPr>
            <a:stCxn id="208" idx="3"/>
            <a:endCxn id="255" idx="3"/>
          </p:cNvCxnSpPr>
          <p:nvPr/>
        </p:nvCxnSpPr>
        <p:spPr>
          <a:xfrm>
            <a:off x="14859041" y="4822570"/>
            <a:ext cx="1588" cy="1745652"/>
          </a:xfrm>
          <a:prstGeom prst="bentConnector3">
            <a:avLst>
              <a:gd name="adj1" fmla="val 20993394"/>
            </a:avLst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237"/>
          <p:cNvGrpSpPr/>
          <p:nvPr/>
        </p:nvGrpSpPr>
        <p:grpSpPr>
          <a:xfrm>
            <a:off x="-7358177" y="3871895"/>
            <a:ext cx="2989233" cy="2749447"/>
            <a:chOff x="-7572491" y="514309"/>
            <a:chExt cx="2989233" cy="2749447"/>
          </a:xfrm>
        </p:grpSpPr>
        <p:grpSp>
          <p:nvGrpSpPr>
            <p:cNvPr id="8" name="Группа 234"/>
            <p:cNvGrpSpPr/>
            <p:nvPr/>
          </p:nvGrpSpPr>
          <p:grpSpPr>
            <a:xfrm>
              <a:off x="-7572491" y="514309"/>
              <a:ext cx="2989233" cy="1819288"/>
              <a:chOff x="-7572491" y="514309"/>
              <a:chExt cx="2989233" cy="1819288"/>
            </a:xfrm>
          </p:grpSpPr>
          <p:grpSp>
            <p:nvGrpSpPr>
              <p:cNvPr id="9" name="Группа 126"/>
              <p:cNvGrpSpPr/>
              <p:nvPr/>
            </p:nvGrpSpPr>
            <p:grpSpPr>
              <a:xfrm>
                <a:off x="-7572491" y="514309"/>
                <a:ext cx="2846357" cy="928694"/>
                <a:chOff x="-500098" y="285734"/>
                <a:chExt cx="2653411" cy="1071571"/>
              </a:xfrm>
            </p:grpSpPr>
            <p:sp>
              <p:nvSpPr>
                <p:cNvPr id="179" name="TextBox 178"/>
                <p:cNvSpPr txBox="1"/>
                <p:nvPr/>
              </p:nvSpPr>
              <p:spPr>
                <a:xfrm>
                  <a:off x="-500098" y="571487"/>
                  <a:ext cx="399573" cy="227731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900" b="1" smtClean="0"/>
                    <a:t>state</a:t>
                  </a:r>
                  <a:endParaRPr lang="ru-RU" sz="900" b="1"/>
                </a:p>
              </p:txBody>
            </p:sp>
            <p:grpSp>
              <p:nvGrpSpPr>
                <p:cNvPr id="10" name="Группа 54"/>
                <p:cNvGrpSpPr/>
                <p:nvPr/>
              </p:nvGrpSpPr>
              <p:grpSpPr>
                <a:xfrm>
                  <a:off x="-500098" y="785800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191" name="Прямоугольник 190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categoryView</a:t>
                    </a:r>
                    <a:endParaRPr lang="ru-RU" sz="9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2" name="Прямоугольник 191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false</a:t>
                    </a:r>
                    <a:endParaRPr lang="ru-RU" sz="1200"/>
                  </a:p>
                </p:txBody>
              </p:sp>
              <p:sp>
                <p:nvSpPr>
                  <p:cNvPr id="193" name="Прямоугольник 192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bool</a:t>
                    </a:r>
                    <a:endParaRPr lang="ru-RU" sz="1200"/>
                  </a:p>
                </p:txBody>
              </p:sp>
            </p:grpSp>
            <p:grpSp>
              <p:nvGrpSpPr>
                <p:cNvPr id="11" name="Группа 55"/>
                <p:cNvGrpSpPr/>
                <p:nvPr/>
              </p:nvGrpSpPr>
              <p:grpSpPr>
                <a:xfrm>
                  <a:off x="-500098" y="1071552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187" name="Прямоугольник 186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idCategory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8" name="Прямоугольник 187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“”</a:t>
                    </a:r>
                    <a:endParaRPr lang="ru-RU" sz="1200"/>
                  </a:p>
                </p:txBody>
              </p:sp>
              <p:sp>
                <p:nvSpPr>
                  <p:cNvPr id="190" name="Прямоугольник 189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str</a:t>
                    </a:r>
                    <a:endParaRPr lang="ru-RU" sz="1200"/>
                  </a:p>
                </p:txBody>
              </p:sp>
            </p:grpSp>
            <p:sp>
              <p:nvSpPr>
                <p:cNvPr id="186" name="TextBox 185"/>
                <p:cNvSpPr txBox="1"/>
                <p:nvPr/>
              </p:nvSpPr>
              <p:spPr>
                <a:xfrm>
                  <a:off x="-500098" y="285734"/>
                  <a:ext cx="2643206" cy="316513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1400" b="1" smtClean="0"/>
                    <a:t>App</a:t>
                  </a:r>
                  <a:endParaRPr lang="ru-RU" sz="1400" b="1"/>
                </a:p>
              </p:txBody>
            </p:sp>
          </p:grpSp>
          <p:grpSp>
            <p:nvGrpSpPr>
              <p:cNvPr id="12" name="Группа 217"/>
              <p:cNvGrpSpPr/>
              <p:nvPr/>
            </p:nvGrpSpPr>
            <p:grpSpPr>
              <a:xfrm>
                <a:off x="-7572491" y="1443003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194" name="Прямоугольник 193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listExist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5" name="Прямоугольник 194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false</a:t>
                  </a:r>
                  <a:endParaRPr lang="ru-RU" sz="1200"/>
                </a:p>
              </p:txBody>
            </p:sp>
            <p:sp>
              <p:nvSpPr>
                <p:cNvPr id="196" name="Прямоугольник 195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  <p:grpSp>
            <p:nvGrpSpPr>
              <p:cNvPr id="13" name="Группа 219"/>
              <p:cNvGrpSpPr/>
              <p:nvPr/>
            </p:nvGrpSpPr>
            <p:grpSpPr>
              <a:xfrm>
                <a:off x="-7572491" y="1657317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21" name="Прямоугольник 220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idList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3" name="Прямоугольник 222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“”</a:t>
                  </a:r>
                  <a:endParaRPr lang="ru-RU" sz="1200"/>
                </a:p>
              </p:txBody>
            </p:sp>
            <p:sp>
              <p:nvSpPr>
                <p:cNvPr id="224" name="Прямоугольник 223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str</a:t>
                  </a:r>
                  <a:endParaRPr lang="ru-RU" sz="1200"/>
                </a:p>
              </p:txBody>
            </p:sp>
          </p:grpSp>
          <p:grpSp>
            <p:nvGrpSpPr>
              <p:cNvPr id="14" name="Группа 224"/>
              <p:cNvGrpSpPr/>
              <p:nvPr/>
            </p:nvGrpSpPr>
            <p:grpSpPr>
              <a:xfrm>
                <a:off x="-7572491" y="1871631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27" name="Прямоугольник 226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quizView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8" name="Прямоугольник 227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false</a:t>
                  </a:r>
                  <a:endParaRPr lang="ru-RU" sz="1200"/>
                </a:p>
              </p:txBody>
            </p:sp>
            <p:sp>
              <p:nvSpPr>
                <p:cNvPr id="229" name="Прямоугольник 228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  <p:grpSp>
            <p:nvGrpSpPr>
              <p:cNvPr id="15" name="Группа 229"/>
              <p:cNvGrpSpPr/>
              <p:nvPr/>
            </p:nvGrpSpPr>
            <p:grpSpPr>
              <a:xfrm>
                <a:off x="-7572491" y="2085945"/>
                <a:ext cx="2989233" cy="247652"/>
                <a:chOff x="-7411412" y="2300259"/>
                <a:chExt cx="2846357" cy="247652"/>
              </a:xfrm>
            </p:grpSpPr>
            <p:sp>
              <p:nvSpPr>
                <p:cNvPr id="231" name="Прямоугольник 230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firstContentView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3" name="Прямоугольник 232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true</a:t>
                  </a:r>
                  <a:endParaRPr lang="ru-RU" sz="1200"/>
                </a:p>
              </p:txBody>
            </p:sp>
            <p:sp>
              <p:nvSpPr>
                <p:cNvPr id="234" name="Прямоугольник 233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</p:grpSp>
        <p:sp>
          <p:nvSpPr>
            <p:cNvPr id="236" name="Прямоугольник 235"/>
            <p:cNvSpPr/>
            <p:nvPr/>
          </p:nvSpPr>
          <p:spPr>
            <a:xfrm>
              <a:off x="-7572490" y="3014639"/>
              <a:ext cx="1857388" cy="2491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None/>
              </a:pPr>
              <a:r>
                <a:rPr lang="en-US" sz="900" b="0" baseline="0" smtClean="0">
                  <a:solidFill>
                    <a:schemeClr val="tx1"/>
                  </a:solidFill>
                </a:rPr>
                <a:t>handlerQuizView()</a:t>
              </a:r>
              <a:endParaRPr lang="ru-RU" sz="900" b="0" baseline="0">
                <a:solidFill>
                  <a:schemeClr val="tx1"/>
                </a:solidFill>
              </a:endParaRPr>
            </a:p>
          </p:txBody>
        </p:sp>
        <p:sp>
          <p:nvSpPr>
            <p:cNvPr id="237" name="Прямоугольник 236"/>
            <p:cNvSpPr/>
            <p:nvPr/>
          </p:nvSpPr>
          <p:spPr>
            <a:xfrm>
              <a:off x="-5711739" y="3014639"/>
              <a:ext cx="996768" cy="2491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endParaRPr lang="ru-RU" sz="1200"/>
            </a:p>
          </p:txBody>
        </p:sp>
      </p:grpSp>
      <p:grpSp>
        <p:nvGrpSpPr>
          <p:cNvPr id="16" name="Группа 287"/>
          <p:cNvGrpSpPr/>
          <p:nvPr/>
        </p:nvGrpSpPr>
        <p:grpSpPr>
          <a:xfrm>
            <a:off x="-3857715" y="3943333"/>
            <a:ext cx="2989234" cy="2390791"/>
            <a:chOff x="-3714839" y="514309"/>
            <a:chExt cx="2989234" cy="2390791"/>
          </a:xfrm>
        </p:grpSpPr>
        <p:grpSp>
          <p:nvGrpSpPr>
            <p:cNvPr id="18" name="Группа 234"/>
            <p:cNvGrpSpPr/>
            <p:nvPr/>
          </p:nvGrpSpPr>
          <p:grpSpPr>
            <a:xfrm>
              <a:off x="-3714839" y="514309"/>
              <a:ext cx="2989234" cy="1819288"/>
              <a:chOff x="-7572491" y="514309"/>
              <a:chExt cx="2989234" cy="1819288"/>
            </a:xfrm>
          </p:grpSpPr>
          <p:grpSp>
            <p:nvGrpSpPr>
              <p:cNvPr id="19" name="Группа 126"/>
              <p:cNvGrpSpPr/>
              <p:nvPr/>
            </p:nvGrpSpPr>
            <p:grpSpPr>
              <a:xfrm>
                <a:off x="-7572490" y="514309"/>
                <a:ext cx="2846354" cy="928696"/>
                <a:chOff x="-500098" y="285734"/>
                <a:chExt cx="2653411" cy="1071571"/>
              </a:xfrm>
            </p:grpSpPr>
            <p:sp>
              <p:nvSpPr>
                <p:cNvPr id="273" name="TextBox 272"/>
                <p:cNvSpPr txBox="1"/>
                <p:nvPr/>
              </p:nvSpPr>
              <p:spPr>
                <a:xfrm>
                  <a:off x="-500098" y="571487"/>
                  <a:ext cx="399573" cy="227731"/>
                </a:xfrm>
                <a:prstGeom prst="rect">
                  <a:avLst/>
                </a:prstGeom>
                <a:ln/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900" b="1" smtClean="0"/>
                    <a:t>props</a:t>
                  </a:r>
                  <a:endParaRPr lang="ru-RU" sz="900" b="1"/>
                </a:p>
              </p:txBody>
            </p:sp>
            <p:grpSp>
              <p:nvGrpSpPr>
                <p:cNvPr id="20" name="Группа 54"/>
                <p:cNvGrpSpPr/>
                <p:nvPr/>
              </p:nvGrpSpPr>
              <p:grpSpPr>
                <a:xfrm>
                  <a:off x="-500098" y="785800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81" name="Прямоугольник 280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categoryView</a:t>
                    </a:r>
                    <a:endParaRPr lang="ru-RU" sz="9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2" name="Прямоугольник 281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false</a:t>
                    </a:r>
                    <a:endParaRPr lang="ru-RU" sz="1200"/>
                  </a:p>
                </p:txBody>
              </p:sp>
              <p:sp>
                <p:nvSpPr>
                  <p:cNvPr id="284" name="Прямоугольник 283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bool</a:t>
                    </a:r>
                    <a:endParaRPr lang="ru-RU" sz="1200"/>
                  </a:p>
                </p:txBody>
              </p:sp>
            </p:grpSp>
            <p:grpSp>
              <p:nvGrpSpPr>
                <p:cNvPr id="21" name="Группа 55"/>
                <p:cNvGrpSpPr/>
                <p:nvPr/>
              </p:nvGrpSpPr>
              <p:grpSpPr>
                <a:xfrm>
                  <a:off x="-500098" y="1071552"/>
                  <a:ext cx="2653411" cy="285753"/>
                  <a:chOff x="785786" y="3429006"/>
                  <a:chExt cx="2653411" cy="285753"/>
                </a:xfrm>
              </p:grpSpPr>
              <p:sp>
                <p:nvSpPr>
                  <p:cNvPr id="278" name="Прямоугольник 277"/>
                  <p:cNvSpPr/>
                  <p:nvPr/>
                </p:nvSpPr>
                <p:spPr>
                  <a:xfrm>
                    <a:off x="785786" y="3429007"/>
                    <a:ext cx="867461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900" smtClean="0">
                        <a:solidFill>
                          <a:schemeClr val="tx1"/>
                        </a:solidFill>
                      </a:rPr>
                      <a:t>idCategory</a:t>
                    </a:r>
                    <a:endParaRPr lang="ru-RU" sz="9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9" name="Прямоугольник 278"/>
                  <p:cNvSpPr/>
                  <p:nvPr/>
                </p:nvSpPr>
                <p:spPr>
                  <a:xfrm>
                    <a:off x="1643043" y="3429007"/>
                    <a:ext cx="857256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“”</a:t>
                    </a:r>
                    <a:endParaRPr lang="ru-RU" sz="1200"/>
                  </a:p>
                </p:txBody>
              </p:sp>
              <p:sp>
                <p:nvSpPr>
                  <p:cNvPr id="280" name="Прямоугольник 279"/>
                  <p:cNvSpPr/>
                  <p:nvPr/>
                </p:nvSpPr>
                <p:spPr>
                  <a:xfrm>
                    <a:off x="2500298" y="3429006"/>
                    <a:ext cx="938899" cy="285752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200" smtClean="0"/>
                      <a:t>str</a:t>
                    </a:r>
                    <a:endParaRPr lang="ru-RU" sz="1200"/>
                  </a:p>
                </p:txBody>
              </p:sp>
            </p:grpSp>
            <p:sp>
              <p:nvSpPr>
                <p:cNvPr id="277" name="TextBox 276"/>
                <p:cNvSpPr txBox="1"/>
                <p:nvPr/>
              </p:nvSpPr>
              <p:spPr>
                <a:xfrm>
                  <a:off x="-500098" y="285734"/>
                  <a:ext cx="2643206" cy="316513"/>
                </a:xfrm>
                <a:prstGeom prst="rect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wrap="square" lIns="58299" tIns="29149" rIns="58299" bIns="29149" rtlCol="0">
                  <a:spAutoFit/>
                </a:bodyPr>
                <a:lstStyle/>
                <a:p>
                  <a:r>
                    <a:rPr lang="en-US" sz="1400" b="1" smtClean="0"/>
                    <a:t>MainView</a:t>
                  </a:r>
                  <a:endParaRPr lang="ru-RU" sz="1400" b="1"/>
                </a:p>
              </p:txBody>
            </p:sp>
          </p:grpSp>
          <p:grpSp>
            <p:nvGrpSpPr>
              <p:cNvPr id="22" name="Группа 217"/>
              <p:cNvGrpSpPr/>
              <p:nvPr/>
            </p:nvGrpSpPr>
            <p:grpSpPr>
              <a:xfrm>
                <a:off x="-7572491" y="1443003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69" name="Прямоугольник 268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listExist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1" name="Прямоугольник 270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false</a:t>
                  </a:r>
                  <a:endParaRPr lang="ru-RU" sz="1200"/>
                </a:p>
              </p:txBody>
            </p:sp>
            <p:sp>
              <p:nvSpPr>
                <p:cNvPr id="272" name="Прямоугольник 271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  <p:grpSp>
            <p:nvGrpSpPr>
              <p:cNvPr id="23" name="Группа 219"/>
              <p:cNvGrpSpPr/>
              <p:nvPr/>
            </p:nvGrpSpPr>
            <p:grpSpPr>
              <a:xfrm>
                <a:off x="-7572491" y="1657317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62" name="Прямоугольник 261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idList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" name="Прямоугольник 266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“”</a:t>
                  </a:r>
                  <a:endParaRPr lang="ru-RU" sz="1200"/>
                </a:p>
              </p:txBody>
            </p:sp>
            <p:sp>
              <p:nvSpPr>
                <p:cNvPr id="268" name="Прямоугольник 267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str</a:t>
                  </a:r>
                  <a:endParaRPr lang="ru-RU" sz="1200"/>
                </a:p>
              </p:txBody>
            </p:sp>
          </p:grpSp>
          <p:grpSp>
            <p:nvGrpSpPr>
              <p:cNvPr id="24" name="Группа 224"/>
              <p:cNvGrpSpPr/>
              <p:nvPr/>
            </p:nvGrpSpPr>
            <p:grpSpPr>
              <a:xfrm>
                <a:off x="-7572491" y="1871631"/>
                <a:ext cx="2846357" cy="247652"/>
                <a:chOff x="-7411412" y="2300259"/>
                <a:chExt cx="2846357" cy="247652"/>
              </a:xfrm>
            </p:grpSpPr>
            <p:sp>
              <p:nvSpPr>
                <p:cNvPr id="259" name="Прямоугольник 258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smtClean="0">
                      <a:solidFill>
                        <a:schemeClr val="tx1"/>
                      </a:solidFill>
                    </a:rPr>
                    <a:t>quizView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0" name="Прямоугольник 259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false</a:t>
                  </a:r>
                  <a:endParaRPr lang="ru-RU" sz="1200"/>
                </a:p>
              </p:txBody>
            </p:sp>
            <p:sp>
              <p:nvSpPr>
                <p:cNvPr id="261" name="Прямоугольник 260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  <p:grpSp>
            <p:nvGrpSpPr>
              <p:cNvPr id="25" name="Группа 229"/>
              <p:cNvGrpSpPr/>
              <p:nvPr/>
            </p:nvGrpSpPr>
            <p:grpSpPr>
              <a:xfrm>
                <a:off x="-7572489" y="2085945"/>
                <a:ext cx="2989232" cy="247652"/>
                <a:chOff x="-7411412" y="2300259"/>
                <a:chExt cx="2846357" cy="247652"/>
              </a:xfrm>
            </p:grpSpPr>
            <p:sp>
              <p:nvSpPr>
                <p:cNvPr id="256" name="Прямоугольник 255"/>
                <p:cNvSpPr/>
                <p:nvPr/>
              </p:nvSpPr>
              <p:spPr>
                <a:xfrm>
                  <a:off x="-7411412" y="2300260"/>
                  <a:ext cx="930539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900" b="0" baseline="0" smtClean="0">
                      <a:solidFill>
                        <a:schemeClr val="tx1"/>
                      </a:solidFill>
                    </a:rPr>
                    <a:t>firstContentView</a:t>
                  </a:r>
                  <a:endParaRPr lang="ru-RU" sz="9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7" name="Прямоугольник 256"/>
                <p:cNvSpPr/>
                <p:nvPr/>
              </p:nvSpPr>
              <p:spPr>
                <a:xfrm>
                  <a:off x="-6491819" y="2300260"/>
                  <a:ext cx="91959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true</a:t>
                  </a:r>
                  <a:endParaRPr lang="ru-RU" sz="1200"/>
                </a:p>
              </p:txBody>
            </p:sp>
            <p:sp>
              <p:nvSpPr>
                <p:cNvPr id="258" name="Прямоугольник 257"/>
                <p:cNvSpPr/>
                <p:nvPr/>
              </p:nvSpPr>
              <p:spPr>
                <a:xfrm>
                  <a:off x="-5572227" y="2300259"/>
                  <a:ext cx="1007172" cy="247651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200" smtClean="0"/>
                    <a:t>bool</a:t>
                  </a:r>
                  <a:endParaRPr lang="ru-RU" sz="1200"/>
                </a:p>
              </p:txBody>
            </p:sp>
          </p:grpSp>
        </p:grpSp>
        <p:sp>
          <p:nvSpPr>
            <p:cNvPr id="285" name="Прямоугольник 284"/>
            <p:cNvSpPr/>
            <p:nvPr/>
          </p:nvSpPr>
          <p:spPr>
            <a:xfrm>
              <a:off x="-3705738" y="2657449"/>
              <a:ext cx="930539" cy="2476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Char char="•"/>
              </a:pPr>
              <a:r>
                <a:rPr lang="en-US" sz="900" smtClean="0">
                  <a:solidFill>
                    <a:schemeClr val="tx1"/>
                  </a:solidFill>
                </a:rPr>
                <a:t>quizViewChange</a:t>
              </a:r>
              <a:endParaRPr lang="ru-RU" sz="900" b="0" baseline="0">
                <a:solidFill>
                  <a:schemeClr val="tx1"/>
                </a:solidFill>
              </a:endParaRPr>
            </a:p>
          </p:txBody>
        </p:sp>
        <p:sp>
          <p:nvSpPr>
            <p:cNvPr id="286" name="Прямоугольник 285"/>
            <p:cNvSpPr/>
            <p:nvPr/>
          </p:nvSpPr>
          <p:spPr>
            <a:xfrm>
              <a:off x="-2786145" y="2657449"/>
              <a:ext cx="919592" cy="2476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1200" smtClean="0"/>
                <a:t>false</a:t>
              </a:r>
              <a:endParaRPr lang="ru-RU" sz="1200"/>
            </a:p>
          </p:txBody>
        </p:sp>
        <p:sp>
          <p:nvSpPr>
            <p:cNvPr id="287" name="Прямоугольник 286"/>
            <p:cNvSpPr/>
            <p:nvPr/>
          </p:nvSpPr>
          <p:spPr>
            <a:xfrm>
              <a:off x="-1866553" y="2657448"/>
              <a:ext cx="1007172" cy="247651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r>
                <a:rPr lang="en-US" sz="1200" smtClean="0"/>
                <a:t>bool</a:t>
              </a:r>
              <a:endParaRPr lang="ru-RU" sz="1200"/>
            </a:p>
          </p:txBody>
        </p:sp>
      </p:grpSp>
      <p:cxnSp>
        <p:nvCxnSpPr>
          <p:cNvPr id="290" name="Прямая со стрелкой 289"/>
          <p:cNvCxnSpPr>
            <a:stCxn id="193" idx="3"/>
            <a:endCxn id="281" idx="1"/>
          </p:cNvCxnSpPr>
          <p:nvPr/>
        </p:nvCxnSpPr>
        <p:spPr>
          <a:xfrm>
            <a:off x="-4511820" y="4429111"/>
            <a:ext cx="654106" cy="7144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Прямая со стрелкой 300"/>
          <p:cNvCxnSpPr>
            <a:stCxn id="190" idx="3"/>
            <a:endCxn id="278" idx="1"/>
          </p:cNvCxnSpPr>
          <p:nvPr/>
        </p:nvCxnSpPr>
        <p:spPr>
          <a:xfrm>
            <a:off x="-4511820" y="4676763"/>
            <a:ext cx="654106" cy="7144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Прямая со стрелкой 302"/>
          <p:cNvCxnSpPr>
            <a:stCxn id="196" idx="3"/>
            <a:endCxn id="269" idx="1"/>
          </p:cNvCxnSpPr>
          <p:nvPr/>
        </p:nvCxnSpPr>
        <p:spPr>
          <a:xfrm>
            <a:off x="-4511820" y="4924415"/>
            <a:ext cx="654105" cy="7143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Прямая со стрелкой 308"/>
          <p:cNvCxnSpPr>
            <a:stCxn id="224" idx="3"/>
            <a:endCxn id="262" idx="1"/>
          </p:cNvCxnSpPr>
          <p:nvPr/>
        </p:nvCxnSpPr>
        <p:spPr>
          <a:xfrm>
            <a:off x="-4511820" y="5138729"/>
            <a:ext cx="654105" cy="7143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Прямая со стрелкой 310"/>
          <p:cNvCxnSpPr>
            <a:stCxn id="229" idx="3"/>
            <a:endCxn id="259" idx="1"/>
          </p:cNvCxnSpPr>
          <p:nvPr/>
        </p:nvCxnSpPr>
        <p:spPr>
          <a:xfrm>
            <a:off x="-4511820" y="5353043"/>
            <a:ext cx="654105" cy="7143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Прямая со стрелкой 313"/>
          <p:cNvCxnSpPr>
            <a:stCxn id="234" idx="3"/>
            <a:endCxn id="256" idx="1"/>
          </p:cNvCxnSpPr>
          <p:nvPr/>
        </p:nvCxnSpPr>
        <p:spPr>
          <a:xfrm>
            <a:off x="-4368944" y="5567357"/>
            <a:ext cx="511231" cy="7143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Прямая со стрелкой 315"/>
          <p:cNvCxnSpPr>
            <a:stCxn id="237" idx="3"/>
            <a:endCxn id="285" idx="1"/>
          </p:cNvCxnSpPr>
          <p:nvPr/>
        </p:nvCxnSpPr>
        <p:spPr>
          <a:xfrm flipV="1">
            <a:off x="-4500657" y="6210299"/>
            <a:ext cx="652043" cy="2864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Соединительная линия уступом 317"/>
          <p:cNvCxnSpPr>
            <a:stCxn id="261" idx="3"/>
            <a:endCxn id="342" idx="1"/>
          </p:cNvCxnSpPr>
          <p:nvPr/>
        </p:nvCxnSpPr>
        <p:spPr>
          <a:xfrm flipV="1">
            <a:off x="-1011358" y="2442670"/>
            <a:ext cx="1500369" cy="298181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Группа 162"/>
          <p:cNvGrpSpPr/>
          <p:nvPr/>
        </p:nvGrpSpPr>
        <p:grpSpPr>
          <a:xfrm>
            <a:off x="489011" y="666709"/>
            <a:ext cx="3663857" cy="1918372"/>
            <a:chOff x="336611" y="442871"/>
            <a:chExt cx="3663857" cy="1677886"/>
          </a:xfrm>
        </p:grpSpPr>
        <p:grpSp>
          <p:nvGrpSpPr>
            <p:cNvPr id="333" name="Группа 81"/>
            <p:cNvGrpSpPr/>
            <p:nvPr/>
          </p:nvGrpSpPr>
          <p:grpSpPr>
            <a:xfrm>
              <a:off x="428564" y="442871"/>
              <a:ext cx="3571904" cy="934189"/>
              <a:chOff x="-500098" y="285734"/>
              <a:chExt cx="2653411" cy="1071571"/>
            </a:xfrm>
          </p:grpSpPr>
          <p:sp>
            <p:nvSpPr>
              <p:cNvPr id="347" name="TextBox 346"/>
              <p:cNvSpPr txBox="1"/>
              <p:nvPr/>
            </p:nvSpPr>
            <p:spPr>
              <a:xfrm>
                <a:off x="-500098" y="531565"/>
                <a:ext cx="318409" cy="26169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58299" tIns="29149" rIns="58299" bIns="29149" rtlCol="0">
                <a:spAutoFit/>
              </a:bodyPr>
              <a:lstStyle/>
              <a:p>
                <a:r>
                  <a:rPr lang="en-US" sz="1100" b="1"/>
                  <a:t>state</a:t>
                </a:r>
                <a:endParaRPr lang="ru-RU" sz="1100" b="1"/>
              </a:p>
            </p:txBody>
          </p:sp>
          <p:grpSp>
            <p:nvGrpSpPr>
              <p:cNvPr id="352" name="Группа 55"/>
              <p:cNvGrpSpPr/>
              <p:nvPr/>
            </p:nvGrpSpPr>
            <p:grpSpPr>
              <a:xfrm>
                <a:off x="-500098" y="1071552"/>
                <a:ext cx="2653411" cy="285753"/>
                <a:chOff x="785786" y="3429006"/>
                <a:chExt cx="2653411" cy="285753"/>
              </a:xfrm>
            </p:grpSpPr>
            <p:sp>
              <p:nvSpPr>
                <p:cNvPr id="395" name="Прямоугольник 394"/>
                <p:cNvSpPr/>
                <p:nvPr/>
              </p:nvSpPr>
              <p:spPr>
                <a:xfrm>
                  <a:off x="785786" y="3429007"/>
                  <a:ext cx="867461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1100" smtClean="0">
                      <a:solidFill>
                        <a:schemeClr val="tx1"/>
                      </a:solidFill>
                    </a:rPr>
                    <a:t>data</a:t>
                  </a:r>
                  <a:endParaRPr lang="ru-RU" sz="11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6" name="Прямоугольник 395"/>
                <p:cNvSpPr/>
                <p:nvPr/>
              </p:nvSpPr>
              <p:spPr>
                <a:xfrm>
                  <a:off x="1643043" y="3429007"/>
                  <a:ext cx="857256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100" smtClean="0"/>
                    <a:t>[]</a:t>
                  </a:r>
                  <a:endParaRPr lang="ru-RU" sz="1100"/>
                </a:p>
              </p:txBody>
            </p:sp>
            <p:sp>
              <p:nvSpPr>
                <p:cNvPr id="397" name="Прямоугольник 396"/>
                <p:cNvSpPr/>
                <p:nvPr/>
              </p:nvSpPr>
              <p:spPr>
                <a:xfrm>
                  <a:off x="2500298" y="3429006"/>
                  <a:ext cx="938899" cy="285752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100" err="1" smtClean="0"/>
                    <a:t>arr</a:t>
                  </a:r>
                  <a:endParaRPr lang="ru-RU" sz="1100"/>
                </a:p>
              </p:txBody>
            </p:sp>
          </p:grpSp>
          <p:sp>
            <p:nvSpPr>
              <p:cNvPr id="359" name="TextBox 358"/>
              <p:cNvSpPr txBox="1"/>
              <p:nvPr/>
            </p:nvSpPr>
            <p:spPr>
              <a:xfrm>
                <a:off x="-500098" y="285734"/>
                <a:ext cx="2643206" cy="261695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square" lIns="58299" tIns="29149" rIns="58299" bIns="29149" rtlCol="0">
                <a:spAutoFit/>
              </a:bodyPr>
              <a:lstStyle/>
              <a:p>
                <a:r>
                  <a:rPr lang="en-US" sz="1100" b="1" smtClean="0"/>
                  <a:t>Example</a:t>
                </a:r>
                <a:endParaRPr lang="ru-RU" sz="1100" b="1"/>
              </a:p>
            </p:txBody>
          </p:sp>
        </p:grpSp>
        <p:grpSp>
          <p:nvGrpSpPr>
            <p:cNvPr id="337" name="Группа 161"/>
            <p:cNvGrpSpPr/>
            <p:nvPr/>
          </p:nvGrpSpPr>
          <p:grpSpPr>
            <a:xfrm>
              <a:off x="336611" y="1657326"/>
              <a:ext cx="3571900" cy="463431"/>
              <a:chOff x="325619" y="2014516"/>
              <a:chExt cx="3571900" cy="463431"/>
            </a:xfrm>
          </p:grpSpPr>
          <p:sp>
            <p:nvSpPr>
              <p:cNvPr id="342" name="Прямоугольник 341"/>
              <p:cNvSpPr/>
              <p:nvPr/>
            </p:nvSpPr>
            <p:spPr>
              <a:xfrm>
                <a:off x="325619" y="2228830"/>
                <a:ext cx="1167736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1100" b="0" baseline="0" smtClean="0">
                    <a:solidFill>
                      <a:srgbClr val="FF0000"/>
                    </a:solidFill>
                  </a:rPr>
                  <a:t>quizView- </a:t>
                </a:r>
                <a:r>
                  <a:rPr lang="ru-RU" sz="1100" b="0" baseline="0" smtClean="0">
                    <a:solidFill>
                      <a:srgbClr val="FF0000"/>
                    </a:solidFill>
                  </a:rPr>
                  <a:t>не</a:t>
                </a:r>
                <a:r>
                  <a:rPr lang="ru-RU" sz="1100" b="0" smtClean="0">
                    <a:solidFill>
                      <a:srgbClr val="FF0000"/>
                    </a:solidFill>
                  </a:rPr>
                  <a:t> подкл</a:t>
                </a:r>
                <a:endParaRPr lang="ru-RU" sz="1100" b="0" baseline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44" name="Прямоугольник 343"/>
              <p:cNvSpPr/>
              <p:nvPr/>
            </p:nvSpPr>
            <p:spPr>
              <a:xfrm>
                <a:off x="1479619" y="2228829"/>
                <a:ext cx="1153999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100" smtClean="0"/>
                  <a:t>true</a:t>
                </a:r>
                <a:endParaRPr lang="ru-RU" sz="1100"/>
              </a:p>
            </p:txBody>
          </p:sp>
          <p:sp>
            <p:nvSpPr>
              <p:cNvPr id="345" name="Прямоугольник 344"/>
              <p:cNvSpPr/>
              <p:nvPr/>
            </p:nvSpPr>
            <p:spPr>
              <a:xfrm>
                <a:off x="2633616" y="2228829"/>
                <a:ext cx="1263903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100" smtClean="0"/>
                  <a:t>bool</a:t>
                </a:r>
                <a:endParaRPr lang="ru-RU" sz="1100"/>
              </a:p>
            </p:txBody>
          </p:sp>
          <p:sp>
            <p:nvSpPr>
              <p:cNvPr id="346" name="TextBox 345"/>
              <p:cNvSpPr txBox="1"/>
              <p:nvPr/>
            </p:nvSpPr>
            <p:spPr>
              <a:xfrm>
                <a:off x="336611" y="2014516"/>
                <a:ext cx="846264" cy="22814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lIns="58299" tIns="29149" rIns="58299" bIns="29149" rtlCol="0">
                <a:spAutoFit/>
              </a:bodyPr>
              <a:lstStyle/>
              <a:p>
                <a:r>
                  <a:rPr lang="en-US" sz="1100" b="1" smtClean="0"/>
                  <a:t>props</a:t>
                </a:r>
                <a:endParaRPr lang="ru-RU" sz="1100" b="1"/>
              </a:p>
            </p:txBody>
          </p:sp>
        </p:grpSp>
      </p:grpSp>
      <p:grpSp>
        <p:nvGrpSpPr>
          <p:cNvPr id="466" name="Группа 465"/>
          <p:cNvGrpSpPr/>
          <p:nvPr/>
        </p:nvGrpSpPr>
        <p:grpSpPr>
          <a:xfrm>
            <a:off x="5621558" y="2728887"/>
            <a:ext cx="3665319" cy="2650533"/>
            <a:chOff x="5621558" y="2728887"/>
            <a:chExt cx="3665319" cy="2650533"/>
          </a:xfrm>
        </p:grpSpPr>
        <p:grpSp>
          <p:nvGrpSpPr>
            <p:cNvPr id="26" name="Группа 332"/>
            <p:cNvGrpSpPr/>
            <p:nvPr/>
          </p:nvGrpSpPr>
          <p:grpSpPr>
            <a:xfrm>
              <a:off x="5621558" y="2728887"/>
              <a:ext cx="3665319" cy="2357453"/>
              <a:chOff x="335146" y="2514573"/>
              <a:chExt cx="3665319" cy="2357453"/>
            </a:xfrm>
          </p:grpSpPr>
          <p:grpSp>
            <p:nvGrpSpPr>
              <p:cNvPr id="28" name="Группа 162"/>
              <p:cNvGrpSpPr/>
              <p:nvPr/>
            </p:nvGrpSpPr>
            <p:grpSpPr>
              <a:xfrm>
                <a:off x="357127" y="2514573"/>
                <a:ext cx="3643338" cy="2357453"/>
                <a:chOff x="357127" y="2443135"/>
                <a:chExt cx="3643338" cy="2357453"/>
              </a:xfrm>
            </p:grpSpPr>
            <p:grpSp>
              <p:nvGrpSpPr>
                <p:cNvPr id="29" name="Группа 81"/>
                <p:cNvGrpSpPr/>
                <p:nvPr/>
              </p:nvGrpSpPr>
              <p:grpSpPr>
                <a:xfrm>
                  <a:off x="357127" y="2443135"/>
                  <a:ext cx="3629600" cy="2357453"/>
                  <a:chOff x="-553166" y="2580160"/>
                  <a:chExt cx="2696274" cy="2704144"/>
                </a:xfrm>
              </p:grpSpPr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-553166" y="2825991"/>
                    <a:ext cx="318409" cy="261695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1100" b="1"/>
                      <a:t>state</a:t>
                    </a:r>
                    <a:endParaRPr lang="ru-RU" sz="1100" b="1"/>
                  </a:p>
                </p:txBody>
              </p:sp>
              <p:grpSp>
                <p:nvGrpSpPr>
                  <p:cNvPr id="36" name="Группа 75"/>
                  <p:cNvGrpSpPr/>
                  <p:nvPr/>
                </p:nvGrpSpPr>
                <p:grpSpPr>
                  <a:xfrm>
                    <a:off x="-500098" y="4998552"/>
                    <a:ext cx="2643206" cy="285752"/>
                    <a:chOff x="785786" y="5641494"/>
                    <a:chExt cx="1797006" cy="285752"/>
                  </a:xfrm>
                </p:grpSpPr>
                <p:sp>
                  <p:nvSpPr>
                    <p:cNvPr id="77" name="Прямоугольник 76"/>
                    <p:cNvSpPr/>
                    <p:nvPr/>
                  </p:nvSpPr>
                  <p:spPr>
                    <a:xfrm>
                      <a:off x="785786" y="5641494"/>
                      <a:ext cx="1285884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1100" smtClean="0">
                          <a:solidFill>
                            <a:schemeClr val="tx1"/>
                          </a:solidFill>
                        </a:rPr>
                        <a:t>ClickHandler</a:t>
                      </a:r>
                      <a:r>
                        <a:rPr lang="en-US" sz="1100" b="0" baseline="0" smtClean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ru-RU" sz="11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8" name="Прямоугольник 77"/>
                    <p:cNvSpPr/>
                    <p:nvPr/>
                  </p:nvSpPr>
                  <p:spPr>
                    <a:xfrm>
                      <a:off x="1725536" y="5641494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1100" smtClean="0"/>
                        <a:t>idx</a:t>
                      </a:r>
                      <a:endParaRPr lang="ru-RU" sz="1100"/>
                    </a:p>
                  </p:txBody>
                </p:sp>
              </p:grpSp>
              <p:sp>
                <p:nvSpPr>
                  <p:cNvPr id="81" name="TextBox 80"/>
                  <p:cNvSpPr txBox="1"/>
                  <p:nvPr/>
                </p:nvSpPr>
                <p:spPr>
                  <a:xfrm>
                    <a:off x="-553166" y="2580160"/>
                    <a:ext cx="2643206" cy="261695"/>
                  </a:xfrm>
                  <a:prstGeom prst="rect">
                    <a:avLst/>
                  </a:prstGeom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1100" b="1" smtClean="0"/>
                      <a:t>List</a:t>
                    </a:r>
                    <a:endParaRPr lang="ru-RU" sz="1100" b="1"/>
                  </a:p>
                </p:txBody>
              </p:sp>
            </p:grpSp>
            <p:grpSp>
              <p:nvGrpSpPr>
                <p:cNvPr id="37" name="Группа 161"/>
                <p:cNvGrpSpPr/>
                <p:nvPr/>
              </p:nvGrpSpPr>
              <p:grpSpPr>
                <a:xfrm>
                  <a:off x="428565" y="3657581"/>
                  <a:ext cx="3571900" cy="463431"/>
                  <a:chOff x="417573" y="4014771"/>
                  <a:chExt cx="3571900" cy="463431"/>
                </a:xfrm>
              </p:grpSpPr>
              <p:sp>
                <p:nvSpPr>
                  <p:cNvPr id="157" name="Прямоугольник 156"/>
                  <p:cNvSpPr/>
                  <p:nvPr/>
                </p:nvSpPr>
                <p:spPr>
                  <a:xfrm>
                    <a:off x="417573" y="4229085"/>
                    <a:ext cx="1167736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1100" smtClean="0">
                        <a:solidFill>
                          <a:schemeClr val="tx1"/>
                        </a:solidFill>
                      </a:rPr>
                      <a:t>data</a:t>
                    </a:r>
                    <a:endParaRPr lang="ru-RU" sz="11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8" name="Прямоугольник 157"/>
                  <p:cNvSpPr/>
                  <p:nvPr/>
                </p:nvSpPr>
                <p:spPr>
                  <a:xfrm>
                    <a:off x="1571573" y="4229085"/>
                    <a:ext cx="1153999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100" smtClean="0"/>
                      <a:t>[]</a:t>
                    </a:r>
                    <a:endParaRPr lang="ru-RU" sz="1100"/>
                  </a:p>
                </p:txBody>
              </p:sp>
              <p:sp>
                <p:nvSpPr>
                  <p:cNvPr id="159" name="Прямоугольник 158"/>
                  <p:cNvSpPr/>
                  <p:nvPr/>
                </p:nvSpPr>
                <p:spPr>
                  <a:xfrm>
                    <a:off x="2725570" y="4229084"/>
                    <a:ext cx="1263903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100" smtClean="0"/>
                      <a:t>arr</a:t>
                    </a:r>
                    <a:endParaRPr lang="ru-RU" sz="1100"/>
                  </a:p>
                </p:txBody>
              </p:sp>
              <p:sp>
                <p:nvSpPr>
                  <p:cNvPr id="160" name="TextBox 159"/>
                  <p:cNvSpPr txBox="1"/>
                  <p:nvPr/>
                </p:nvSpPr>
                <p:spPr>
                  <a:xfrm>
                    <a:off x="428565" y="4014771"/>
                    <a:ext cx="846264" cy="228144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1100" b="1" smtClean="0"/>
                      <a:t>props</a:t>
                    </a:r>
                    <a:endParaRPr lang="ru-RU" sz="1100" b="1"/>
                  </a:p>
                </p:txBody>
              </p:sp>
            </p:grpSp>
          </p:grpSp>
          <p:grpSp>
            <p:nvGrpSpPr>
              <p:cNvPr id="41" name="Группа 331"/>
              <p:cNvGrpSpPr/>
              <p:nvPr/>
            </p:nvGrpSpPr>
            <p:grpSpPr>
              <a:xfrm>
                <a:off x="335146" y="3014639"/>
                <a:ext cx="3571900" cy="249118"/>
                <a:chOff x="313165" y="2978005"/>
                <a:chExt cx="3571900" cy="249118"/>
              </a:xfrm>
            </p:grpSpPr>
            <p:sp>
              <p:nvSpPr>
                <p:cNvPr id="329" name="Прямоугольник 328"/>
                <p:cNvSpPr/>
                <p:nvPr/>
              </p:nvSpPr>
              <p:spPr>
                <a:xfrm>
                  <a:off x="313165" y="2978006"/>
                  <a:ext cx="1167736" cy="249117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>
                    <a:buFont typeface="Arial" pitchFamily="34" charset="0"/>
                    <a:buChar char="•"/>
                  </a:pPr>
                  <a:r>
                    <a:rPr lang="en-US" sz="1100" smtClean="0">
                      <a:solidFill>
                        <a:schemeClr val="tx1"/>
                      </a:solidFill>
                    </a:rPr>
                    <a:t>selectedItem</a:t>
                  </a:r>
                  <a:endParaRPr lang="ru-RU" sz="1100" b="0" baseline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0" name="Прямоугольник 329"/>
                <p:cNvSpPr/>
                <p:nvPr/>
              </p:nvSpPr>
              <p:spPr>
                <a:xfrm>
                  <a:off x="1467165" y="2978006"/>
                  <a:ext cx="1153999" cy="2491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100" smtClean="0"/>
                    <a:t>null/idx</a:t>
                  </a:r>
                  <a:endParaRPr lang="ru-RU" sz="1100"/>
                </a:p>
              </p:txBody>
            </p:sp>
            <p:sp>
              <p:nvSpPr>
                <p:cNvPr id="331" name="Прямоугольник 330"/>
                <p:cNvSpPr/>
                <p:nvPr/>
              </p:nvSpPr>
              <p:spPr>
                <a:xfrm>
                  <a:off x="2621162" y="2978005"/>
                  <a:ext cx="1263903" cy="2491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lIns="58299" tIns="29149" rIns="58299" bIns="29149" rtlCol="0" anchor="ctr"/>
                <a:lstStyle/>
                <a:p>
                  <a:pPr algn="ctr"/>
                  <a:r>
                    <a:rPr lang="en-US" sz="1100" smtClean="0"/>
                    <a:t>num</a:t>
                  </a:r>
                  <a:endParaRPr lang="ru-RU" sz="1100"/>
                </a:p>
              </p:txBody>
            </p:sp>
          </p:grpSp>
        </p:grpSp>
        <p:sp>
          <p:nvSpPr>
            <p:cNvPr id="403" name="Прямоугольник 402"/>
            <p:cNvSpPr/>
            <p:nvPr/>
          </p:nvSpPr>
          <p:spPr>
            <a:xfrm>
              <a:off x="5714977" y="5086341"/>
              <a:ext cx="857256" cy="29307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None/>
              </a:pPr>
              <a:r>
                <a:rPr lang="en-US" sz="800" b="0" baseline="0" smtClean="0">
                  <a:solidFill>
                    <a:schemeClr val="tx1"/>
                  </a:solidFill>
                </a:rPr>
                <a:t>map</a:t>
              </a:r>
              <a:endParaRPr lang="ru-RU" sz="800" b="0" baseline="0">
                <a:solidFill>
                  <a:schemeClr val="tx1"/>
                </a:solidFill>
              </a:endParaRPr>
            </a:p>
          </p:txBody>
        </p:sp>
        <p:sp>
          <p:nvSpPr>
            <p:cNvPr id="404" name="Прямоугольник 403"/>
            <p:cNvSpPr/>
            <p:nvPr/>
          </p:nvSpPr>
          <p:spPr>
            <a:xfrm>
              <a:off x="6572233" y="5086341"/>
              <a:ext cx="2714644" cy="29307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endParaRPr lang="ru-RU" sz="1200"/>
            </a:p>
          </p:txBody>
        </p:sp>
      </p:grpSp>
      <p:cxnSp>
        <p:nvCxnSpPr>
          <p:cNvPr id="455" name="Соединительная линия уступом 454"/>
          <p:cNvCxnSpPr>
            <a:stCxn id="77" idx="1"/>
            <a:endCxn id="329" idx="1"/>
          </p:cNvCxnSpPr>
          <p:nvPr/>
        </p:nvCxnSpPr>
        <p:spPr>
          <a:xfrm rot="10800000">
            <a:off x="5621559" y="3353513"/>
            <a:ext cx="93419" cy="1608270"/>
          </a:xfrm>
          <a:prstGeom prst="bentConnector3">
            <a:avLst>
              <a:gd name="adj1" fmla="val 85687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Соединительная линия уступом 457"/>
          <p:cNvCxnSpPr>
            <a:stCxn id="403" idx="1"/>
            <a:endCxn id="157" idx="1"/>
          </p:cNvCxnSpPr>
          <p:nvPr/>
        </p:nvCxnSpPr>
        <p:spPr>
          <a:xfrm rot="10800000">
            <a:off x="5714977" y="4282207"/>
            <a:ext cx="1588" cy="950675"/>
          </a:xfrm>
          <a:prstGeom prst="bentConnector3">
            <a:avLst>
              <a:gd name="adj1" fmla="val 30464808"/>
            </a:avLst>
          </a:prstGeom>
          <a:ln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Соединительная линия уступом 461"/>
          <p:cNvCxnSpPr>
            <a:stCxn id="159" idx="3"/>
            <a:endCxn id="423" idx="1"/>
          </p:cNvCxnSpPr>
          <p:nvPr/>
        </p:nvCxnSpPr>
        <p:spPr>
          <a:xfrm flipV="1">
            <a:off x="9286877" y="2424818"/>
            <a:ext cx="846264" cy="185738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Соединительная линия уступом 467"/>
          <p:cNvCxnSpPr>
            <a:stCxn id="159" idx="3"/>
            <a:endCxn id="463" idx="1"/>
          </p:cNvCxnSpPr>
          <p:nvPr/>
        </p:nvCxnSpPr>
        <p:spPr>
          <a:xfrm flipV="1">
            <a:off x="9286877" y="2710570"/>
            <a:ext cx="846264" cy="157163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Соединительная линия уступом 475"/>
          <p:cNvCxnSpPr>
            <a:stCxn id="159" idx="3"/>
            <a:endCxn id="469" idx="1"/>
          </p:cNvCxnSpPr>
          <p:nvPr/>
        </p:nvCxnSpPr>
        <p:spPr>
          <a:xfrm flipV="1">
            <a:off x="9286877" y="2996322"/>
            <a:ext cx="846264" cy="128588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Соединительная линия уступом 477"/>
          <p:cNvCxnSpPr>
            <a:stCxn id="159" idx="3"/>
            <a:endCxn id="472" idx="1"/>
          </p:cNvCxnSpPr>
          <p:nvPr/>
        </p:nvCxnSpPr>
        <p:spPr>
          <a:xfrm flipV="1">
            <a:off x="9286877" y="3282074"/>
            <a:ext cx="857256" cy="100013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9" name="Группа 508"/>
          <p:cNvGrpSpPr/>
          <p:nvPr/>
        </p:nvGrpSpPr>
        <p:grpSpPr>
          <a:xfrm>
            <a:off x="10133141" y="800061"/>
            <a:ext cx="3657627" cy="5821281"/>
            <a:chOff x="10133141" y="800061"/>
            <a:chExt cx="3657627" cy="5821281"/>
          </a:xfrm>
        </p:grpSpPr>
        <p:grpSp>
          <p:nvGrpSpPr>
            <p:cNvPr id="479" name="Группа 478"/>
            <p:cNvGrpSpPr/>
            <p:nvPr/>
          </p:nvGrpSpPr>
          <p:grpSpPr>
            <a:xfrm>
              <a:off x="10133141" y="800061"/>
              <a:ext cx="3582895" cy="3106638"/>
              <a:chOff x="10133141" y="800061"/>
              <a:chExt cx="3582895" cy="3106638"/>
            </a:xfrm>
          </p:grpSpPr>
          <p:grpSp>
            <p:nvGrpSpPr>
              <p:cNvPr id="412" name="Группа 162"/>
              <p:cNvGrpSpPr/>
              <p:nvPr/>
            </p:nvGrpSpPr>
            <p:grpSpPr>
              <a:xfrm>
                <a:off x="10133141" y="800061"/>
                <a:ext cx="3582895" cy="3106638"/>
                <a:chOff x="417573" y="442871"/>
                <a:chExt cx="3582895" cy="3106638"/>
              </a:xfrm>
            </p:grpSpPr>
            <p:grpSp>
              <p:nvGrpSpPr>
                <p:cNvPr id="421" name="Группа 81"/>
                <p:cNvGrpSpPr/>
                <p:nvPr/>
              </p:nvGrpSpPr>
              <p:grpSpPr>
                <a:xfrm>
                  <a:off x="425199" y="442871"/>
                  <a:ext cx="3575269" cy="3106638"/>
                  <a:chOff x="-502598" y="285734"/>
                  <a:chExt cx="2655911" cy="3563499"/>
                </a:xfrm>
              </p:grpSpPr>
              <p:sp>
                <p:nvSpPr>
                  <p:cNvPr id="427" name="TextBox 16"/>
                  <p:cNvSpPr txBox="1"/>
                  <p:nvPr/>
                </p:nvSpPr>
                <p:spPr>
                  <a:xfrm>
                    <a:off x="-500098" y="531565"/>
                    <a:ext cx="318409" cy="261695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1100" b="1"/>
                      <a:t>state</a:t>
                    </a:r>
                    <a:endParaRPr lang="ru-RU" sz="1100" b="1"/>
                  </a:p>
                </p:txBody>
              </p:sp>
              <p:grpSp>
                <p:nvGrpSpPr>
                  <p:cNvPr id="428" name="Группа 54"/>
                  <p:cNvGrpSpPr/>
                  <p:nvPr/>
                </p:nvGrpSpPr>
                <p:grpSpPr>
                  <a:xfrm>
                    <a:off x="-500098" y="785800"/>
                    <a:ext cx="2653411" cy="285753"/>
                    <a:chOff x="785786" y="3429006"/>
                    <a:chExt cx="2653411" cy="285753"/>
                  </a:xfrm>
                </p:grpSpPr>
                <p:sp>
                  <p:nvSpPr>
                    <p:cNvPr id="449" name="Прямоугольник 448"/>
                    <p:cNvSpPr/>
                    <p:nvPr/>
                  </p:nvSpPr>
                  <p:spPr>
                    <a:xfrm>
                      <a:off x="785786" y="3429007"/>
                      <a:ext cx="867461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100" smtClean="0">
                          <a:solidFill>
                            <a:schemeClr val="tx1"/>
                          </a:solidFill>
                        </a:rPr>
                        <a:t>hover_flag</a:t>
                      </a:r>
                      <a:endParaRPr lang="ru-RU" sz="11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50" name="Прямоугольник 449"/>
                    <p:cNvSpPr/>
                    <p:nvPr/>
                  </p:nvSpPr>
                  <p:spPr>
                    <a:xfrm>
                      <a:off x="1643043" y="3429007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1100" smtClean="0"/>
                        <a:t>false</a:t>
                      </a:r>
                      <a:endParaRPr lang="ru-RU" sz="1100"/>
                    </a:p>
                  </p:txBody>
                </p:sp>
                <p:sp>
                  <p:nvSpPr>
                    <p:cNvPr id="451" name="Прямоугольник 450"/>
                    <p:cNvSpPr/>
                    <p:nvPr/>
                  </p:nvSpPr>
                  <p:spPr>
                    <a:xfrm>
                      <a:off x="2500298" y="3429006"/>
                      <a:ext cx="938899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r>
                        <a:rPr lang="en-US" sz="1100" smtClean="0"/>
                        <a:t>bool</a:t>
                      </a:r>
                      <a:endParaRPr lang="ru-RU" sz="1100"/>
                    </a:p>
                  </p:txBody>
                </p:sp>
              </p:grpSp>
              <p:grpSp>
                <p:nvGrpSpPr>
                  <p:cNvPr id="433" name="Группа 75"/>
                  <p:cNvGrpSpPr/>
                  <p:nvPr/>
                </p:nvGrpSpPr>
                <p:grpSpPr>
                  <a:xfrm>
                    <a:off x="-502598" y="3563480"/>
                    <a:ext cx="2643206" cy="285753"/>
                    <a:chOff x="784086" y="4206422"/>
                    <a:chExt cx="1797005" cy="285753"/>
                  </a:xfrm>
                </p:grpSpPr>
                <p:sp>
                  <p:nvSpPr>
                    <p:cNvPr id="435" name="Прямоугольник 434"/>
                    <p:cNvSpPr/>
                    <p:nvPr/>
                  </p:nvSpPr>
                  <p:spPr>
                    <a:xfrm>
                      <a:off x="784086" y="4206423"/>
                      <a:ext cx="1285884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1100" b="0" baseline="0" smtClean="0">
                          <a:solidFill>
                            <a:schemeClr val="tx1"/>
                          </a:solidFill>
                        </a:rPr>
                        <a:t>hoverEvent()</a:t>
                      </a:r>
                      <a:endParaRPr lang="ru-RU" sz="1100" b="0" baseline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36" name="Прямоугольник 435"/>
                    <p:cNvSpPr/>
                    <p:nvPr/>
                  </p:nvSpPr>
                  <p:spPr>
                    <a:xfrm>
                      <a:off x="1723835" y="4206422"/>
                      <a:ext cx="857256" cy="285752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lIns="58299" tIns="29149" rIns="58299" bIns="29149" rtlCol="0" anchor="ctr"/>
                    <a:lstStyle/>
                    <a:p>
                      <a:pPr algn="ctr"/>
                      <a:endParaRPr lang="ru-RU" sz="1100"/>
                    </a:p>
                  </p:txBody>
                </p:sp>
              </p:grpSp>
              <p:sp>
                <p:nvSpPr>
                  <p:cNvPr id="434" name="TextBox 433"/>
                  <p:cNvSpPr txBox="1"/>
                  <p:nvPr/>
                </p:nvSpPr>
                <p:spPr>
                  <a:xfrm>
                    <a:off x="-500098" y="285734"/>
                    <a:ext cx="2643206" cy="261695"/>
                  </a:xfrm>
                  <a:prstGeom prst="rect">
                    <a:avLst/>
                  </a:prstGeom>
                </p:spPr>
                <p:style>
                  <a:lnRef idx="2">
                    <a:schemeClr val="accent5">
                      <a:shade val="50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1100" b="1" smtClean="0"/>
                      <a:t>ListItem</a:t>
                    </a:r>
                    <a:endParaRPr lang="ru-RU" sz="1100" b="1"/>
                  </a:p>
                </p:txBody>
              </p:sp>
            </p:grpSp>
            <p:grpSp>
              <p:nvGrpSpPr>
                <p:cNvPr id="422" name="Группа 161"/>
                <p:cNvGrpSpPr/>
                <p:nvPr/>
              </p:nvGrpSpPr>
              <p:grpSpPr>
                <a:xfrm>
                  <a:off x="417573" y="1728755"/>
                  <a:ext cx="3571900" cy="463431"/>
                  <a:chOff x="406581" y="2085945"/>
                  <a:chExt cx="3571900" cy="463431"/>
                </a:xfrm>
              </p:grpSpPr>
              <p:sp>
                <p:nvSpPr>
                  <p:cNvPr id="423" name="Прямоугольник 422"/>
                  <p:cNvSpPr/>
                  <p:nvPr/>
                </p:nvSpPr>
                <p:spPr>
                  <a:xfrm>
                    <a:off x="406581" y="2300259"/>
                    <a:ext cx="1167736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>
                      <a:buFont typeface="Arial" pitchFamily="34" charset="0"/>
                      <a:buChar char="•"/>
                    </a:pPr>
                    <a:r>
                      <a:rPr lang="en-US" sz="1100" b="0" baseline="0" smtClean="0">
                        <a:solidFill>
                          <a:schemeClr val="tx1"/>
                        </a:solidFill>
                      </a:rPr>
                      <a:t>key</a:t>
                    </a:r>
                    <a:endParaRPr lang="ru-RU" sz="1100" b="0" baseline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4" name="Прямоугольник 423"/>
                  <p:cNvSpPr/>
                  <p:nvPr/>
                </p:nvSpPr>
                <p:spPr>
                  <a:xfrm>
                    <a:off x="1560581" y="2300259"/>
                    <a:ext cx="1153999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100" smtClean="0"/>
                      <a:t>1</a:t>
                    </a:r>
                    <a:endParaRPr lang="ru-RU" sz="1100"/>
                  </a:p>
                </p:txBody>
              </p:sp>
              <p:sp>
                <p:nvSpPr>
                  <p:cNvPr id="425" name="Прямоугольник 424"/>
                  <p:cNvSpPr/>
                  <p:nvPr/>
                </p:nvSpPr>
                <p:spPr>
                  <a:xfrm>
                    <a:off x="2714578" y="2300258"/>
                    <a:ext cx="1263903" cy="249117"/>
                  </a:xfrm>
                  <a:prstGeom prst="rect">
                    <a:avLst/>
                  </a:prstGeom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58299" tIns="29149" rIns="58299" bIns="29149" rtlCol="0" anchor="ctr"/>
                  <a:lstStyle/>
                  <a:p>
                    <a:pPr algn="ctr"/>
                    <a:r>
                      <a:rPr lang="en-US" sz="1100" smtClean="0"/>
                      <a:t>num</a:t>
                    </a:r>
                    <a:endParaRPr lang="ru-RU" sz="1100"/>
                  </a:p>
                </p:txBody>
              </p:sp>
              <p:sp>
                <p:nvSpPr>
                  <p:cNvPr id="426" name="TextBox 425"/>
                  <p:cNvSpPr txBox="1"/>
                  <p:nvPr/>
                </p:nvSpPr>
                <p:spPr>
                  <a:xfrm>
                    <a:off x="417573" y="2085945"/>
                    <a:ext cx="846264" cy="228144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wrap="square" lIns="58299" tIns="29149" rIns="58299" bIns="29149" rtlCol="0">
                    <a:spAutoFit/>
                  </a:bodyPr>
                  <a:lstStyle/>
                  <a:p>
                    <a:r>
                      <a:rPr lang="en-US" sz="1100" b="1" smtClean="0"/>
                      <a:t>props</a:t>
                    </a:r>
                    <a:endParaRPr lang="ru-RU" sz="1100" b="1"/>
                  </a:p>
                </p:txBody>
              </p:sp>
            </p:grpSp>
          </p:grpSp>
          <p:sp>
            <p:nvSpPr>
              <p:cNvPr id="463" name="Прямоугольник 462"/>
              <p:cNvSpPr/>
              <p:nvPr/>
            </p:nvSpPr>
            <p:spPr>
              <a:xfrm>
                <a:off x="10133141" y="2586011"/>
                <a:ext cx="1167736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1100" smtClean="0">
                    <a:solidFill>
                      <a:schemeClr val="tx1"/>
                    </a:solidFill>
                  </a:rPr>
                  <a:t>name</a:t>
                </a:r>
                <a:endParaRPr lang="ru-RU" sz="11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4" name="Прямоугольник 463"/>
              <p:cNvSpPr/>
              <p:nvPr/>
            </p:nvSpPr>
            <p:spPr>
              <a:xfrm>
                <a:off x="11287141" y="2586011"/>
                <a:ext cx="1153999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100" smtClean="0"/>
                  <a:t>“”</a:t>
                </a:r>
                <a:endParaRPr lang="ru-RU" sz="1100"/>
              </a:p>
            </p:txBody>
          </p:sp>
          <p:sp>
            <p:nvSpPr>
              <p:cNvPr id="465" name="Прямоугольник 464"/>
              <p:cNvSpPr/>
              <p:nvPr/>
            </p:nvSpPr>
            <p:spPr>
              <a:xfrm>
                <a:off x="12441138" y="2586010"/>
                <a:ext cx="1263903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100" smtClean="0"/>
                  <a:t>str</a:t>
                </a:r>
                <a:endParaRPr lang="ru-RU" sz="1100"/>
              </a:p>
            </p:txBody>
          </p:sp>
          <p:sp>
            <p:nvSpPr>
              <p:cNvPr id="469" name="Прямоугольник 468"/>
              <p:cNvSpPr/>
              <p:nvPr/>
            </p:nvSpPr>
            <p:spPr>
              <a:xfrm>
                <a:off x="10133141" y="2871763"/>
                <a:ext cx="1167736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1100" b="0" baseline="0" smtClean="0">
                    <a:solidFill>
                      <a:schemeClr val="tx1"/>
                    </a:solidFill>
                  </a:rPr>
                  <a:t>onClick</a:t>
                </a:r>
                <a:endParaRPr lang="ru-RU" sz="11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0" name="Прямоугольник 469"/>
              <p:cNvSpPr/>
              <p:nvPr/>
            </p:nvSpPr>
            <p:spPr>
              <a:xfrm>
                <a:off x="11287141" y="2871763"/>
                <a:ext cx="1153999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1100"/>
              </a:p>
            </p:txBody>
          </p:sp>
          <p:sp>
            <p:nvSpPr>
              <p:cNvPr id="471" name="Прямоугольник 470"/>
              <p:cNvSpPr/>
              <p:nvPr/>
            </p:nvSpPr>
            <p:spPr>
              <a:xfrm>
                <a:off x="12441138" y="2871762"/>
                <a:ext cx="1263903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100" smtClean="0"/>
                  <a:t>func</a:t>
                </a:r>
                <a:endParaRPr lang="ru-RU" sz="1100"/>
              </a:p>
            </p:txBody>
          </p:sp>
          <p:sp>
            <p:nvSpPr>
              <p:cNvPr id="472" name="Прямоугольник 471"/>
              <p:cNvSpPr/>
              <p:nvPr/>
            </p:nvSpPr>
            <p:spPr>
              <a:xfrm>
                <a:off x="10144133" y="3157515"/>
                <a:ext cx="1167736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>
                  <a:buFont typeface="Arial" pitchFamily="34" charset="0"/>
                  <a:buChar char="•"/>
                </a:pPr>
                <a:r>
                  <a:rPr lang="en-US" sz="1100" smtClean="0">
                    <a:solidFill>
                      <a:schemeClr val="tx1"/>
                    </a:solidFill>
                  </a:rPr>
                  <a:t>isSelected</a:t>
                </a:r>
                <a:endParaRPr lang="ru-RU" sz="1100" b="0" baseline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3" name="Прямоугольник 472"/>
              <p:cNvSpPr/>
              <p:nvPr/>
            </p:nvSpPr>
            <p:spPr>
              <a:xfrm>
                <a:off x="11298133" y="3157515"/>
                <a:ext cx="1153999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100" smtClean="0"/>
                  <a:t>true/false</a:t>
                </a:r>
                <a:endParaRPr lang="ru-RU" sz="1100"/>
              </a:p>
            </p:txBody>
          </p:sp>
          <p:sp>
            <p:nvSpPr>
              <p:cNvPr id="474" name="Прямоугольник 473"/>
              <p:cNvSpPr/>
              <p:nvPr/>
            </p:nvSpPr>
            <p:spPr>
              <a:xfrm>
                <a:off x="12452130" y="3157514"/>
                <a:ext cx="1263903" cy="249117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1100" smtClean="0"/>
                  <a:t>bool</a:t>
                </a:r>
                <a:endParaRPr lang="ru-RU" sz="1100"/>
              </a:p>
            </p:txBody>
          </p:sp>
        </p:grpSp>
        <p:cxnSp>
          <p:nvCxnSpPr>
            <p:cNvPr id="481" name="Соединительная линия уступом 480"/>
            <p:cNvCxnSpPr>
              <a:stCxn id="435" idx="1"/>
              <a:endCxn id="449" idx="1"/>
            </p:cNvCxnSpPr>
            <p:nvPr/>
          </p:nvCxnSpPr>
          <p:spPr>
            <a:xfrm rot="10800000" flipH="1">
              <a:off x="10140766" y="1360576"/>
              <a:ext cx="3366" cy="2421564"/>
            </a:xfrm>
            <a:prstGeom prst="bentConnector3">
              <a:avLst>
                <a:gd name="adj1" fmla="val -6791444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Прямоугольник 482"/>
            <p:cNvSpPr/>
            <p:nvPr/>
          </p:nvSpPr>
          <p:spPr>
            <a:xfrm>
              <a:off x="10140766" y="4157647"/>
              <a:ext cx="2546119" cy="2491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>
                <a:buFont typeface="Arial" pitchFamily="34" charset="0"/>
                <a:buNone/>
              </a:pPr>
              <a:r>
                <a:rPr lang="en-US" sz="1100" smtClean="0">
                  <a:solidFill>
                    <a:schemeClr val="tx1"/>
                  </a:solidFill>
                </a:rPr>
                <a:t>render</a:t>
              </a:r>
              <a:endParaRPr lang="ru-RU" sz="1100" b="0" baseline="0">
                <a:solidFill>
                  <a:schemeClr val="tx1"/>
                </a:solidFill>
              </a:endParaRPr>
            </a:p>
          </p:txBody>
        </p:sp>
        <p:sp>
          <p:nvSpPr>
            <p:cNvPr id="484" name="Прямоугольник 483"/>
            <p:cNvSpPr/>
            <p:nvPr/>
          </p:nvSpPr>
          <p:spPr>
            <a:xfrm>
              <a:off x="12001521" y="4157647"/>
              <a:ext cx="1697413" cy="24911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8299" tIns="29149" rIns="58299" bIns="29149" rtlCol="0" anchor="ctr"/>
            <a:lstStyle/>
            <a:p>
              <a:pPr algn="ctr"/>
              <a:endParaRPr lang="ru-RU" sz="1100"/>
            </a:p>
          </p:txBody>
        </p:sp>
        <p:sp>
          <p:nvSpPr>
            <p:cNvPr id="486" name="Прямоугольник 485"/>
            <p:cNvSpPr/>
            <p:nvPr/>
          </p:nvSpPr>
          <p:spPr>
            <a:xfrm>
              <a:off x="11001389" y="4443399"/>
              <a:ext cx="1714512" cy="28575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8299" tIns="29149" rIns="58299" bIns="29149" rtlCol="0" anchor="ctr"/>
            <a:lstStyle/>
            <a:p>
              <a:r>
                <a:rPr lang="en-US" sz="1200" smtClean="0"/>
                <a:t>isSelected || hover_flag</a:t>
              </a:r>
              <a:endParaRPr lang="en-US" sz="1200"/>
            </a:p>
          </p:txBody>
        </p:sp>
        <p:cxnSp>
          <p:nvCxnSpPr>
            <p:cNvPr id="488" name="Соединительная линия уступом 487"/>
            <p:cNvCxnSpPr>
              <a:stCxn id="474" idx="3"/>
              <a:endCxn id="486" idx="3"/>
            </p:cNvCxnSpPr>
            <p:nvPr/>
          </p:nvCxnSpPr>
          <p:spPr>
            <a:xfrm flipH="1">
              <a:off x="12715901" y="3282073"/>
              <a:ext cx="1000132" cy="1304202"/>
            </a:xfrm>
            <a:prstGeom prst="bentConnector3">
              <a:avLst>
                <a:gd name="adj1" fmla="val -22857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Соединительная линия уступом 491"/>
            <p:cNvCxnSpPr>
              <a:stCxn id="451" idx="3"/>
              <a:endCxn id="486" idx="3"/>
            </p:cNvCxnSpPr>
            <p:nvPr/>
          </p:nvCxnSpPr>
          <p:spPr>
            <a:xfrm flipH="1">
              <a:off x="12715901" y="1360575"/>
              <a:ext cx="1000135" cy="3225700"/>
            </a:xfrm>
            <a:prstGeom prst="bentConnector3">
              <a:avLst>
                <a:gd name="adj1" fmla="val -70697"/>
              </a:avLst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8" name="Группа 507"/>
            <p:cNvGrpSpPr/>
            <p:nvPr/>
          </p:nvGrpSpPr>
          <p:grpSpPr>
            <a:xfrm>
              <a:off x="10144133" y="4943464"/>
              <a:ext cx="3646635" cy="1677878"/>
              <a:chOff x="10144133" y="4943464"/>
              <a:chExt cx="3646635" cy="1677878"/>
            </a:xfrm>
          </p:grpSpPr>
          <p:sp>
            <p:nvSpPr>
              <p:cNvPr id="494" name="Прямоугольник 493"/>
              <p:cNvSpPr/>
              <p:nvPr/>
            </p:nvSpPr>
            <p:spPr>
              <a:xfrm>
                <a:off x="10144133" y="5229217"/>
                <a:ext cx="119109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r>
                  <a:rPr lang="en-US" sz="900" smtClean="0">
                    <a:solidFill>
                      <a:schemeClr val="tx1"/>
                    </a:solidFill>
                  </a:rPr>
                  <a:t>onClick</a:t>
                </a:r>
                <a:endParaRPr lang="ru-RU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495" name="Прямоугольник 494"/>
              <p:cNvSpPr/>
              <p:nvPr/>
            </p:nvSpPr>
            <p:spPr>
              <a:xfrm>
                <a:off x="11321213" y="5229217"/>
                <a:ext cx="1177079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  <p:sp>
            <p:nvSpPr>
              <p:cNvPr id="496" name="Прямоугольник 495"/>
              <p:cNvSpPr/>
              <p:nvPr/>
            </p:nvSpPr>
            <p:spPr>
              <a:xfrm>
                <a:off x="12498290" y="5229216"/>
                <a:ext cx="128918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func</a:t>
                </a:r>
                <a:endParaRPr lang="ru-RU" sz="900"/>
              </a:p>
            </p:txBody>
          </p:sp>
          <p:sp>
            <p:nvSpPr>
              <p:cNvPr id="497" name="Прямоугольник 496"/>
              <p:cNvSpPr/>
              <p:nvPr/>
            </p:nvSpPr>
            <p:spPr>
              <a:xfrm>
                <a:off x="10144133" y="4943464"/>
                <a:ext cx="642942" cy="285752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u="sng" smtClean="0"/>
                  <a:t>li</a:t>
                </a:r>
                <a:endParaRPr lang="ru-RU" sz="900" u="sng"/>
              </a:p>
            </p:txBody>
          </p:sp>
          <p:sp>
            <p:nvSpPr>
              <p:cNvPr id="498" name="Прямоугольник 497"/>
              <p:cNvSpPr/>
              <p:nvPr/>
            </p:nvSpPr>
            <p:spPr>
              <a:xfrm>
                <a:off x="10147430" y="5514970"/>
                <a:ext cx="119109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r>
                  <a:rPr lang="en-US" sz="900" smtClean="0">
                    <a:solidFill>
                      <a:schemeClr val="tx1"/>
                    </a:solidFill>
                  </a:rPr>
                  <a:t>onMouseEnter</a:t>
                </a:r>
                <a:endParaRPr lang="ru-RU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499" name="Прямоугольник 498"/>
              <p:cNvSpPr/>
              <p:nvPr/>
            </p:nvSpPr>
            <p:spPr>
              <a:xfrm>
                <a:off x="11324510" y="5514970"/>
                <a:ext cx="1177079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  <p:sp>
            <p:nvSpPr>
              <p:cNvPr id="500" name="Прямоугольник 499"/>
              <p:cNvSpPr/>
              <p:nvPr/>
            </p:nvSpPr>
            <p:spPr>
              <a:xfrm>
                <a:off x="12501587" y="5514969"/>
                <a:ext cx="128918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func</a:t>
                </a:r>
                <a:endParaRPr lang="ru-RU" sz="900"/>
              </a:p>
            </p:txBody>
          </p:sp>
          <p:sp>
            <p:nvSpPr>
              <p:cNvPr id="501" name="Прямоугольник 500"/>
              <p:cNvSpPr/>
              <p:nvPr/>
            </p:nvSpPr>
            <p:spPr>
              <a:xfrm>
                <a:off x="10147430" y="5800722"/>
                <a:ext cx="119109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r>
                  <a:rPr lang="en-US" sz="900" smtClean="0">
                    <a:solidFill>
                      <a:schemeClr val="tx1"/>
                    </a:solidFill>
                  </a:rPr>
                  <a:t>onMousLeave</a:t>
                </a:r>
                <a:endParaRPr lang="ru-RU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502" name="Прямоугольник 501"/>
              <p:cNvSpPr/>
              <p:nvPr/>
            </p:nvSpPr>
            <p:spPr>
              <a:xfrm>
                <a:off x="11324510" y="5800722"/>
                <a:ext cx="1177079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  <p:sp>
            <p:nvSpPr>
              <p:cNvPr id="503" name="Прямоугольник 502"/>
              <p:cNvSpPr/>
              <p:nvPr/>
            </p:nvSpPr>
            <p:spPr>
              <a:xfrm>
                <a:off x="12501587" y="5800721"/>
                <a:ext cx="128918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r>
                  <a:rPr lang="en-US" sz="900" smtClean="0"/>
                  <a:t>func</a:t>
                </a:r>
                <a:endParaRPr lang="ru-RU" sz="900"/>
              </a:p>
            </p:txBody>
          </p:sp>
          <p:sp>
            <p:nvSpPr>
              <p:cNvPr id="504" name="Прямоугольник 503"/>
              <p:cNvSpPr/>
              <p:nvPr/>
            </p:nvSpPr>
            <p:spPr>
              <a:xfrm>
                <a:off x="10147430" y="6086474"/>
                <a:ext cx="119109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r>
                  <a:rPr lang="en-US" sz="900" smtClean="0">
                    <a:solidFill>
                      <a:schemeClr val="tx1"/>
                    </a:solidFill>
                  </a:rPr>
                  <a:t>style</a:t>
                </a:r>
                <a:endParaRPr lang="ru-RU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505" name="Прямоугольник 504"/>
              <p:cNvSpPr/>
              <p:nvPr/>
            </p:nvSpPr>
            <p:spPr>
              <a:xfrm>
                <a:off x="11324510" y="6086474"/>
                <a:ext cx="1177079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  <p:sp>
            <p:nvSpPr>
              <p:cNvPr id="506" name="Прямоугольник 505"/>
              <p:cNvSpPr/>
              <p:nvPr/>
            </p:nvSpPr>
            <p:spPr>
              <a:xfrm>
                <a:off x="12501587" y="6086473"/>
                <a:ext cx="128918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pPr algn="ctr"/>
                <a:endParaRPr lang="ru-RU" sz="900"/>
              </a:p>
            </p:txBody>
          </p:sp>
          <p:sp>
            <p:nvSpPr>
              <p:cNvPr id="507" name="Прямоугольник 506"/>
              <p:cNvSpPr/>
              <p:nvPr/>
            </p:nvSpPr>
            <p:spPr>
              <a:xfrm>
                <a:off x="10144133" y="6372225"/>
                <a:ext cx="1191091" cy="249117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58299" tIns="29149" rIns="58299" bIns="29149" rtlCol="0" anchor="ctr"/>
              <a:lstStyle/>
              <a:p>
                <a:r>
                  <a:rPr lang="en-US" sz="900" smtClean="0">
                    <a:solidFill>
                      <a:schemeClr val="tx1"/>
                    </a:solidFill>
                  </a:rPr>
                  <a:t>name</a:t>
                </a:r>
                <a:endParaRPr lang="ru-RU" sz="90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511" name="Соединительная линия уступом 510"/>
          <p:cNvCxnSpPr>
            <a:stCxn id="471" idx="3"/>
            <a:endCxn id="496" idx="3"/>
          </p:cNvCxnSpPr>
          <p:nvPr/>
        </p:nvCxnSpPr>
        <p:spPr>
          <a:xfrm>
            <a:off x="13705041" y="2996321"/>
            <a:ext cx="82430" cy="2357454"/>
          </a:xfrm>
          <a:prstGeom prst="bentConnector3">
            <a:avLst>
              <a:gd name="adj1" fmla="val 37732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Соединительная линия уступом 512"/>
          <p:cNvCxnSpPr>
            <a:stCxn id="436" idx="3"/>
            <a:endCxn id="500" idx="3"/>
          </p:cNvCxnSpPr>
          <p:nvPr/>
        </p:nvCxnSpPr>
        <p:spPr>
          <a:xfrm>
            <a:off x="13698934" y="3782140"/>
            <a:ext cx="91834" cy="1857388"/>
          </a:xfrm>
          <a:prstGeom prst="bentConnector3">
            <a:avLst>
              <a:gd name="adj1" fmla="val 476286"/>
            </a:avLst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Соединительная линия уступом 515"/>
          <p:cNvCxnSpPr>
            <a:stCxn id="436" idx="3"/>
            <a:endCxn id="503" idx="3"/>
          </p:cNvCxnSpPr>
          <p:nvPr/>
        </p:nvCxnSpPr>
        <p:spPr>
          <a:xfrm>
            <a:off x="13698934" y="3782140"/>
            <a:ext cx="91834" cy="2143140"/>
          </a:xfrm>
          <a:prstGeom prst="bentConnector3">
            <a:avLst>
              <a:gd name="adj1" fmla="val 638378"/>
            </a:avLst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hape 518"/>
          <p:cNvCxnSpPr>
            <a:stCxn id="486" idx="2"/>
            <a:endCxn id="504" idx="1"/>
          </p:cNvCxnSpPr>
          <p:nvPr/>
        </p:nvCxnSpPr>
        <p:spPr>
          <a:xfrm rot="5400000">
            <a:off x="10262097" y="4614485"/>
            <a:ext cx="1481882" cy="1711215"/>
          </a:xfrm>
          <a:prstGeom prst="bentConnector4">
            <a:avLst>
              <a:gd name="adj1" fmla="val 4899"/>
              <a:gd name="adj2" fmla="val 11335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Соединительная линия уступом 521"/>
          <p:cNvCxnSpPr>
            <a:stCxn id="465" idx="3"/>
            <a:endCxn id="507" idx="3"/>
          </p:cNvCxnSpPr>
          <p:nvPr/>
        </p:nvCxnSpPr>
        <p:spPr>
          <a:xfrm flipH="1">
            <a:off x="11335224" y="2710569"/>
            <a:ext cx="2369817" cy="3786215"/>
          </a:xfrm>
          <a:prstGeom prst="bentConnector3">
            <a:avLst>
              <a:gd name="adj1" fmla="val -7111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Соединительная линия уступом 525"/>
          <p:cNvCxnSpPr>
            <a:stCxn id="397" idx="3"/>
            <a:endCxn id="157" idx="1"/>
          </p:cNvCxnSpPr>
          <p:nvPr/>
        </p:nvCxnSpPr>
        <p:spPr>
          <a:xfrm>
            <a:off x="4152868" y="1592381"/>
            <a:ext cx="1562109" cy="2689825"/>
          </a:xfrm>
          <a:prstGeom prst="bentConnector3">
            <a:avLst>
              <a:gd name="adj1" fmla="val 25497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Соединительная линия уступом 529"/>
          <p:cNvCxnSpPr>
            <a:stCxn id="494" idx="1"/>
            <a:endCxn id="78" idx="3"/>
          </p:cNvCxnSpPr>
          <p:nvPr/>
        </p:nvCxnSpPr>
        <p:spPr>
          <a:xfrm rot="10800000">
            <a:off x="9273139" y="4961784"/>
            <a:ext cx="870994" cy="39199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12440</TotalTime>
  <Words>356</Words>
  <Application>Microsoft Office PowerPoint</Application>
  <PresentationFormat>Произвольный</PresentationFormat>
  <Paragraphs>333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Слайд 1</vt:lpstr>
      <vt:lpstr>Слайд 2</vt:lpstr>
      <vt:lpstr>Слайд 3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30</cp:revision>
  <dcterms:created xsi:type="dcterms:W3CDTF">2021-02-23T16:00:19Z</dcterms:created>
  <dcterms:modified xsi:type="dcterms:W3CDTF">2021-03-14T07:45:09Z</dcterms:modified>
</cp:coreProperties>
</file>