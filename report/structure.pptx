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4713" autoAdjust="0"/>
  </p:normalViewPr>
  <p:slideViewPr>
    <p:cSldViewPr>
      <p:cViewPr>
        <p:scale>
          <a:sx n="90" d="100"/>
          <a:sy n="90" d="100"/>
        </p:scale>
        <p:origin x="-288" y="876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t>23.02.2021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8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235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178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83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8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218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2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25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0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6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7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10179</TotalTime>
  <Words>257</Words>
  <Application>Microsoft Office PowerPoint</Application>
  <PresentationFormat>Произвольный</PresentationFormat>
  <Paragraphs>239</Paragraphs>
  <Slides>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3" baseType="lpstr">
      <vt:lpstr>Тема Office</vt:lpstr>
      <vt:lpstr>Слайд 1</vt:lpstr>
      <vt:lpstr>Слайд 2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22</cp:revision>
  <dcterms:created xsi:type="dcterms:W3CDTF">2021-02-23T16:00:19Z</dcterms:created>
  <dcterms:modified xsi:type="dcterms:W3CDTF">2021-03-02T17:40:10Z</dcterms:modified>
</cp:coreProperties>
</file>