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3908" autoAdjust="0"/>
  </p:normalViewPr>
  <p:slideViewPr>
    <p:cSldViewPr>
      <p:cViewPr>
        <p:scale>
          <a:sx n="90" d="100"/>
          <a:sy n="90" d="100"/>
        </p:scale>
        <p:origin x="-4884" y="1764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8E2C51-1E17-419C-9314-DA162E78E800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685800"/>
            <a:ext cx="48958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F8261-7859-4D60-9FF9-CCE46032CAF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8261-7859-4D60-9FF9-CCE46032CAF8}" type="slidenum">
              <a:rPr lang="ru-RU" smtClean="0"/>
              <a:pPr/>
              <a:t>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pPr/>
              <a:t>15.05.2021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 flipV="1">
            <a:off x="-1000195" y="1160917"/>
            <a:ext cx="6241208" cy="462881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 flipV="1">
            <a:off x="-1000195" y="1466817"/>
            <a:ext cx="6241208" cy="457202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 flipV="1">
            <a:off x="-1000195" y="1759896"/>
            <a:ext cx="6241208" cy="452806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 flipV="1">
            <a:off x="-1000195" y="2052975"/>
            <a:ext cx="6241208" cy="4484104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483" idx="3"/>
          </p:cNvCxnSpPr>
          <p:nvPr/>
        </p:nvCxnSpPr>
        <p:spPr>
          <a:xfrm rot="10800000" flipV="1">
            <a:off x="-5319995" y="6353908"/>
            <a:ext cx="16535698" cy="378621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 flipV="1">
            <a:off x="-5437150" y="3214667"/>
            <a:ext cx="1507998" cy="128588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 flipV="1">
            <a:off x="-5437150" y="3462319"/>
            <a:ext cx="1507998" cy="128588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/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 flipV="1">
            <a:off x="-5437150" y="4138598"/>
            <a:ext cx="1507997" cy="128588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 flipV="1">
            <a:off x="-5425988" y="4352912"/>
            <a:ext cx="1496837" cy="1269215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5425987" y="4924415"/>
            <a:ext cx="1505935" cy="164380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H="1">
            <a:off x="-3902124" y="4138597"/>
            <a:ext cx="2819328" cy="4644203"/>
          </a:xfrm>
          <a:prstGeom prst="bentConnector5">
            <a:avLst>
              <a:gd name="adj1" fmla="val -8108"/>
              <a:gd name="adj2" fmla="val 49992"/>
              <a:gd name="adj3" fmla="val 108108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-1000195" y="3232617"/>
            <a:ext cx="6215106" cy="5550182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 flipV="1">
            <a:off x="-1000195" y="3518370"/>
            <a:ext cx="6215106" cy="41031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 flipV="1">
            <a:off x="-1000195" y="3804121"/>
            <a:ext cx="6215106" cy="444380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429225" y="7086605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 flipV="1">
            <a:off x="-1000195" y="7643822"/>
            <a:ext cx="6429420" cy="35315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-1000195" y="6910753"/>
            <a:ext cx="6429420" cy="98072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6" name="Группа 345"/>
          <p:cNvGrpSpPr/>
          <p:nvPr/>
        </p:nvGrpSpPr>
        <p:grpSpPr>
          <a:xfrm>
            <a:off x="-3857715" y="5729283"/>
            <a:ext cx="2786082" cy="247652"/>
            <a:chOff x="-7360856" y="7515233"/>
            <a:chExt cx="2786082" cy="247652"/>
          </a:xfrm>
        </p:grpSpPr>
        <p:sp>
          <p:nvSpPr>
            <p:cNvPr id="347" name="Прямоугольник 346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dataMenuNodes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52" name="Прямоугольник 351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54" name="Прямоугольник 353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58" name="Прямая со стрелкой 357"/>
          <p:cNvCxnSpPr>
            <a:stCxn id="310" idx="3"/>
            <a:endCxn id="347" idx="1"/>
          </p:cNvCxnSpPr>
          <p:nvPr/>
        </p:nvCxnSpPr>
        <p:spPr>
          <a:xfrm flipV="1">
            <a:off x="-5497425" y="5853110"/>
            <a:ext cx="1639710" cy="197645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Соединительная линия уступом 419"/>
          <p:cNvCxnSpPr>
            <a:stCxn id="284" idx="3"/>
            <a:endCxn id="416" idx="1"/>
          </p:cNvCxnSpPr>
          <p:nvPr/>
        </p:nvCxnSpPr>
        <p:spPr>
          <a:xfrm>
            <a:off x="-1082798" y="3214666"/>
            <a:ext cx="2225743" cy="8797455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Соединительная линия уступом 421"/>
          <p:cNvCxnSpPr>
            <a:stCxn id="280" idx="3"/>
            <a:endCxn id="413" idx="1"/>
          </p:cNvCxnSpPr>
          <p:nvPr/>
        </p:nvCxnSpPr>
        <p:spPr>
          <a:xfrm>
            <a:off x="-1082798" y="3462318"/>
            <a:ext cx="2225743" cy="8797455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423"/>
          <p:cNvCxnSpPr>
            <a:stCxn id="287" idx="3"/>
            <a:endCxn id="379" idx="1"/>
          </p:cNvCxnSpPr>
          <p:nvPr/>
        </p:nvCxnSpPr>
        <p:spPr>
          <a:xfrm>
            <a:off x="-1073695" y="4924414"/>
            <a:ext cx="2234843" cy="75830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431"/>
          <p:cNvCxnSpPr>
            <a:stCxn id="354" idx="3"/>
            <a:endCxn id="427" idx="1"/>
          </p:cNvCxnSpPr>
          <p:nvPr/>
        </p:nvCxnSpPr>
        <p:spPr>
          <a:xfrm>
            <a:off x="-1071633" y="5836441"/>
            <a:ext cx="2286016" cy="692339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Группа 594"/>
          <p:cNvGrpSpPr/>
          <p:nvPr/>
        </p:nvGrpSpPr>
        <p:grpSpPr>
          <a:xfrm>
            <a:off x="1142945" y="11454903"/>
            <a:ext cx="3000396" cy="2293343"/>
            <a:chOff x="928631" y="9086869"/>
            <a:chExt cx="3000396" cy="2293343"/>
          </a:xfrm>
        </p:grpSpPr>
        <p:grpSp>
          <p:nvGrpSpPr>
            <p:cNvPr id="430" name="Группа 429"/>
            <p:cNvGrpSpPr/>
            <p:nvPr/>
          </p:nvGrpSpPr>
          <p:grpSpPr>
            <a:xfrm>
              <a:off x="928631" y="9086869"/>
              <a:ext cx="2864560" cy="1428760"/>
              <a:chOff x="928631" y="9086869"/>
              <a:chExt cx="2864560" cy="1428760"/>
            </a:xfrm>
          </p:grpSpPr>
          <p:grpSp>
            <p:nvGrpSpPr>
              <p:cNvPr id="375" name="Группа 374"/>
              <p:cNvGrpSpPr/>
              <p:nvPr/>
            </p:nvGrpSpPr>
            <p:grpSpPr>
              <a:xfrm>
                <a:off x="928631" y="9086869"/>
                <a:ext cx="2864560" cy="1176346"/>
                <a:chOff x="-3714838" y="514309"/>
                <a:chExt cx="2864560" cy="1176346"/>
              </a:xfrm>
            </p:grpSpPr>
            <p:grpSp>
              <p:nvGrpSpPr>
                <p:cNvPr id="382" name="Группа 126"/>
                <p:cNvGrpSpPr/>
                <p:nvPr/>
              </p:nvGrpSpPr>
              <p:grpSpPr>
                <a:xfrm>
                  <a:off x="-3714838" y="514309"/>
                  <a:ext cx="2846354" cy="928696"/>
                  <a:chOff x="-500098" y="285734"/>
                  <a:chExt cx="2653411" cy="1071571"/>
                </a:xfrm>
              </p:grpSpPr>
              <p:sp>
                <p:nvSpPr>
                  <p:cNvPr id="409" name="TextBox 40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ln/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410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16" name="Прямоугольник 41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17" name="Прямоугольник 41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418" name="Прямоугольник 41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411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13" name="Прямоугольник 41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14" name="Прямоугольник 41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415" name="Прямоугольник 41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412" name="TextBox 411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MenuNodes</a:t>
                    </a:r>
                    <a:endParaRPr lang="ru-RU" sz="1400" b="1"/>
                  </a:p>
                </p:txBody>
              </p:sp>
            </p:grpSp>
            <p:sp>
              <p:nvSpPr>
                <p:cNvPr id="379" name="Прямоугольник 378"/>
                <p:cNvSpPr/>
                <p:nvPr/>
              </p:nvSpPr>
              <p:spPr>
                <a:xfrm>
                  <a:off x="-3696635" y="1443004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quizViewChange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0" name="Прямоугольник 379"/>
                <p:cNvSpPr/>
                <p:nvPr/>
              </p:nvSpPr>
              <p:spPr>
                <a:xfrm>
                  <a:off x="-2777042" y="1443004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381" name="Прямоугольник 380"/>
                <p:cNvSpPr/>
                <p:nvPr/>
              </p:nvSpPr>
              <p:spPr>
                <a:xfrm>
                  <a:off x="-1857450" y="1443003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26" name="Группа 425"/>
              <p:cNvGrpSpPr/>
              <p:nvPr/>
            </p:nvGrpSpPr>
            <p:grpSpPr>
              <a:xfrm>
                <a:off x="1000069" y="10267977"/>
                <a:ext cx="2786082" cy="247652"/>
                <a:chOff x="-7360856" y="7515233"/>
                <a:chExt cx="2786082" cy="247652"/>
              </a:xfrm>
            </p:grpSpPr>
            <p:sp>
              <p:nvSpPr>
                <p:cNvPr id="427" name="Прямоугольник 426"/>
                <p:cNvSpPr/>
                <p:nvPr/>
              </p:nvSpPr>
              <p:spPr>
                <a:xfrm>
                  <a:off x="-7360856" y="7515234"/>
                  <a:ext cx="977248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dataMenuNodes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8" name="Прямоугольник 427"/>
                <p:cNvSpPr/>
                <p:nvPr/>
              </p:nvSpPr>
              <p:spPr>
                <a:xfrm>
                  <a:off x="-6395103" y="7515234"/>
                  <a:ext cx="96575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[]</a:t>
                  </a:r>
                  <a:endParaRPr lang="ru-RU" sz="1200"/>
                </a:p>
              </p:txBody>
            </p:sp>
            <p:sp>
              <p:nvSpPr>
                <p:cNvPr id="429" name="Прямоугольник 428"/>
                <p:cNvSpPr/>
                <p:nvPr/>
              </p:nvSpPr>
              <p:spPr>
                <a:xfrm>
                  <a:off x="-5429351" y="7515233"/>
                  <a:ext cx="854577" cy="214315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arr</a:t>
                  </a:r>
                  <a:endParaRPr lang="ru-RU" sz="1200"/>
                </a:p>
              </p:txBody>
            </p:sp>
          </p:grpSp>
        </p:grpSp>
        <p:sp>
          <p:nvSpPr>
            <p:cNvPr id="344" name="Прямоугольник 343"/>
            <p:cNvSpPr/>
            <p:nvPr/>
          </p:nvSpPr>
          <p:spPr>
            <a:xfrm>
              <a:off x="965473" y="11087133"/>
              <a:ext cx="2393349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map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45" name="Прямоугольник 344"/>
            <p:cNvSpPr/>
            <p:nvPr/>
          </p:nvSpPr>
          <p:spPr>
            <a:xfrm>
              <a:off x="2714581" y="11087133"/>
              <a:ext cx="121444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cxnSp>
          <p:nvCxnSpPr>
            <p:cNvPr id="377" name="Соединительная линия уступом 376"/>
            <p:cNvCxnSpPr>
              <a:stCxn id="427" idx="1"/>
              <a:endCxn id="344" idx="1"/>
            </p:cNvCxnSpPr>
            <p:nvPr/>
          </p:nvCxnSpPr>
          <p:spPr>
            <a:xfrm rot="10800000" flipV="1">
              <a:off x="965473" y="10391803"/>
              <a:ext cx="34596" cy="841869"/>
            </a:xfrm>
            <a:prstGeom prst="bentConnector3">
              <a:avLst>
                <a:gd name="adj1" fmla="val 760770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1" name="Прямоугольник 400"/>
            <p:cNvSpPr/>
            <p:nvPr/>
          </p:nvSpPr>
          <p:spPr>
            <a:xfrm>
              <a:off x="1034448" y="1065850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chooseQuizId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03" name="Прямоугольник 402"/>
            <p:cNvSpPr/>
            <p:nvPr/>
          </p:nvSpPr>
          <p:spPr>
            <a:xfrm>
              <a:off x="2000201" y="1065850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2965953" y="10658504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func</a:t>
              </a:r>
              <a:endParaRPr lang="ru-RU" sz="1200"/>
            </a:p>
          </p:txBody>
        </p:sp>
      </p:grpSp>
      <p:sp>
        <p:nvSpPr>
          <p:cNvPr id="405" name="Прямоугольник 404"/>
          <p:cNvSpPr/>
          <p:nvPr/>
        </p:nvSpPr>
        <p:spPr>
          <a:xfrm>
            <a:off x="-3894774" y="6372225"/>
            <a:ext cx="977248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Char char="•"/>
            </a:pPr>
            <a:r>
              <a:rPr lang="en-US" sz="900" smtClean="0">
                <a:solidFill>
                  <a:schemeClr val="tx1"/>
                </a:solidFill>
              </a:rPr>
              <a:t>chooseQuizId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406" name="Прямоугольник 405"/>
          <p:cNvSpPr/>
          <p:nvPr/>
        </p:nvSpPr>
        <p:spPr>
          <a:xfrm>
            <a:off x="-2929021" y="6372225"/>
            <a:ext cx="965752" cy="2476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sp>
        <p:nvSpPr>
          <p:cNvPr id="407" name="Прямоугольник 406"/>
          <p:cNvSpPr/>
          <p:nvPr/>
        </p:nvSpPr>
        <p:spPr>
          <a:xfrm>
            <a:off x="-1963269" y="6372224"/>
            <a:ext cx="854577" cy="21431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1200" smtClean="0"/>
              <a:t>func</a:t>
            </a:r>
            <a:endParaRPr lang="ru-RU" sz="1200"/>
          </a:p>
        </p:txBody>
      </p:sp>
      <p:cxnSp>
        <p:nvCxnSpPr>
          <p:cNvPr id="425" name="Прямая со стрелкой 424"/>
          <p:cNvCxnSpPr>
            <a:stCxn id="421" idx="3"/>
            <a:endCxn id="405" idx="1"/>
          </p:cNvCxnSpPr>
          <p:nvPr/>
        </p:nvCxnSpPr>
        <p:spPr>
          <a:xfrm>
            <a:off x="-5463046" y="6265068"/>
            <a:ext cx="1568272" cy="23098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Соединительная линия уступом 432"/>
          <p:cNvCxnSpPr>
            <a:stCxn id="407" idx="3"/>
            <a:endCxn id="401" idx="1"/>
          </p:cNvCxnSpPr>
          <p:nvPr/>
        </p:nvCxnSpPr>
        <p:spPr>
          <a:xfrm>
            <a:off x="-1108692" y="6479382"/>
            <a:ext cx="2357454" cy="667098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Соединительная линия уступом 452"/>
          <p:cNvCxnSpPr>
            <a:stCxn id="404" idx="3"/>
            <a:endCxn id="435" idx="1"/>
          </p:cNvCxnSpPr>
          <p:nvPr/>
        </p:nvCxnSpPr>
        <p:spPr>
          <a:xfrm flipV="1">
            <a:off x="4034844" y="12782595"/>
            <a:ext cx="965753" cy="35110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hape 454"/>
          <p:cNvCxnSpPr>
            <a:stCxn id="398" idx="3"/>
            <a:endCxn id="383" idx="1"/>
          </p:cNvCxnSpPr>
          <p:nvPr/>
        </p:nvCxnSpPr>
        <p:spPr>
          <a:xfrm flipH="1" flipV="1">
            <a:off x="-8274406" y="4995853"/>
            <a:ext cx="16241020" cy="8095208"/>
          </a:xfrm>
          <a:prstGeom prst="bentConnector5">
            <a:avLst>
              <a:gd name="adj1" fmla="val -1408"/>
              <a:gd name="adj2" fmla="val 50140"/>
              <a:gd name="adj3" fmla="val 101408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4" name="Группа 593"/>
          <p:cNvGrpSpPr/>
          <p:nvPr/>
        </p:nvGrpSpPr>
        <p:grpSpPr>
          <a:xfrm>
            <a:off x="5000597" y="11515761"/>
            <a:ext cx="2966017" cy="1721839"/>
            <a:chOff x="4534910" y="9158307"/>
            <a:chExt cx="2966017" cy="1721839"/>
          </a:xfrm>
        </p:grpSpPr>
        <p:grpSp>
          <p:nvGrpSpPr>
            <p:cNvPr id="434" name="Группа 374"/>
            <p:cNvGrpSpPr/>
            <p:nvPr/>
          </p:nvGrpSpPr>
          <p:grpSpPr>
            <a:xfrm>
              <a:off x="4571969" y="9158307"/>
              <a:ext cx="2864560" cy="1176346"/>
              <a:chOff x="-3714838" y="514309"/>
              <a:chExt cx="2864560" cy="1176346"/>
            </a:xfrm>
          </p:grpSpPr>
          <p:grpSp>
            <p:nvGrpSpPr>
              <p:cNvPr id="439" name="Группа 126"/>
              <p:cNvGrpSpPr/>
              <p:nvPr/>
            </p:nvGrpSpPr>
            <p:grpSpPr>
              <a:xfrm>
                <a:off x="-3714838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443" name="TextBox 44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44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50" name="Прямоугольник 44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1" name="Прямоугольник 45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452" name="Прямоугольник 45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44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47" name="Прямоугольник 44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element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48" name="Прямоугольник 44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449" name="Прямоугольник 44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446" name="TextBox 44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Nodes</a:t>
                  </a:r>
                  <a:endParaRPr lang="ru-RU" sz="1400" b="1"/>
                </a:p>
              </p:txBody>
            </p:sp>
          </p:grpSp>
          <p:sp>
            <p:nvSpPr>
              <p:cNvPr id="440" name="Прямоугольник 439"/>
              <p:cNvSpPr/>
              <p:nvPr/>
            </p:nvSpPr>
            <p:spPr>
              <a:xfrm>
                <a:off x="-3696635" y="1443004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quizViewChange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1" name="Прямоугольник 440"/>
              <p:cNvSpPr/>
              <p:nvPr/>
            </p:nvSpPr>
            <p:spPr>
              <a:xfrm>
                <a:off x="-2777042" y="1443004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42" name="Прямоугольник 441"/>
              <p:cNvSpPr/>
              <p:nvPr/>
            </p:nvSpPr>
            <p:spPr>
              <a:xfrm>
                <a:off x="-1857450" y="1443003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sp>
          <p:nvSpPr>
            <p:cNvPr id="397" name="Прямоугольник 396"/>
            <p:cNvSpPr/>
            <p:nvPr/>
          </p:nvSpPr>
          <p:spPr>
            <a:xfrm>
              <a:off x="4537373" y="10587067"/>
              <a:ext cx="2393349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smtClean="0">
                  <a:solidFill>
                    <a:schemeClr val="tx1"/>
                  </a:solidFill>
                </a:rPr>
                <a:t>handleClick(e)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98" name="Прямоугольник 397"/>
            <p:cNvSpPr/>
            <p:nvPr/>
          </p:nvSpPr>
          <p:spPr>
            <a:xfrm>
              <a:off x="6286481" y="10587067"/>
              <a:ext cx="121444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435" name="Прямоугольник 434"/>
            <p:cNvSpPr/>
            <p:nvPr/>
          </p:nvSpPr>
          <p:spPr>
            <a:xfrm>
              <a:off x="4534910" y="1030131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chooseQuizId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36" name="Прямоугольник 435"/>
            <p:cNvSpPr/>
            <p:nvPr/>
          </p:nvSpPr>
          <p:spPr>
            <a:xfrm>
              <a:off x="5500663" y="1030131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  <p:sp>
          <p:nvSpPr>
            <p:cNvPr id="437" name="Прямоугольник 436"/>
            <p:cNvSpPr/>
            <p:nvPr/>
          </p:nvSpPr>
          <p:spPr>
            <a:xfrm>
              <a:off x="6466415" y="10301314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func</a:t>
              </a:r>
              <a:endParaRPr lang="ru-RU" sz="1200"/>
            </a:p>
          </p:txBody>
        </p:sp>
        <p:cxnSp>
          <p:nvCxnSpPr>
            <p:cNvPr id="458" name="Соединительная линия уступом 457"/>
            <p:cNvCxnSpPr>
              <a:stCxn id="437" idx="3"/>
              <a:endCxn id="398" idx="3"/>
            </p:cNvCxnSpPr>
            <p:nvPr/>
          </p:nvCxnSpPr>
          <p:spPr>
            <a:xfrm>
              <a:off x="7320992" y="10408472"/>
              <a:ext cx="179935" cy="325135"/>
            </a:xfrm>
            <a:prstGeom prst="bentConnector3">
              <a:avLst>
                <a:gd name="adj1" fmla="val 22704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3" name="Прямоугольник 502"/>
          <p:cNvSpPr/>
          <p:nvPr/>
        </p:nvSpPr>
        <p:spPr>
          <a:xfrm>
            <a:off x="5211548" y="4014771"/>
            <a:ext cx="1857387" cy="24911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900" smtClean="0"/>
              <a:t>onAnswerSelected</a:t>
            </a:r>
          </a:p>
          <a:p>
            <a:pPr algn="ctr">
              <a:buFont typeface="Arial" pitchFamily="34" charset="0"/>
              <a:buNone/>
            </a:pP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504" name="Прямоугольник 503"/>
          <p:cNvSpPr/>
          <p:nvPr/>
        </p:nvSpPr>
        <p:spPr>
          <a:xfrm>
            <a:off x="7072299" y="4014771"/>
            <a:ext cx="1697410" cy="24911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r>
              <a:rPr lang="en-US" sz="900" smtClean="0"/>
              <a:t>func</a:t>
            </a:r>
            <a:endParaRPr lang="ru-RU" sz="900"/>
          </a:p>
        </p:txBody>
      </p:sp>
      <p:cxnSp>
        <p:nvCxnSpPr>
          <p:cNvPr id="506" name="Соединительная линия уступом 505"/>
          <p:cNvCxnSpPr>
            <a:stCxn id="78" idx="3"/>
            <a:endCxn id="503" idx="1"/>
          </p:cNvCxnSpPr>
          <p:nvPr/>
        </p:nvCxnSpPr>
        <p:spPr>
          <a:xfrm flipV="1">
            <a:off x="-1038385" y="4139330"/>
            <a:ext cx="6249933" cy="4929222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2" name="Группа 511"/>
          <p:cNvGrpSpPr/>
          <p:nvPr/>
        </p:nvGrpSpPr>
        <p:grpSpPr>
          <a:xfrm>
            <a:off x="580965" y="666709"/>
            <a:ext cx="3571900" cy="4357718"/>
            <a:chOff x="428565" y="514309"/>
            <a:chExt cx="3571900" cy="4357718"/>
          </a:xfrm>
        </p:grpSpPr>
        <p:grpSp>
          <p:nvGrpSpPr>
            <p:cNvPr id="513" name="Группа 327"/>
            <p:cNvGrpSpPr/>
            <p:nvPr/>
          </p:nvGrpSpPr>
          <p:grpSpPr>
            <a:xfrm>
              <a:off x="428564" y="514309"/>
              <a:ext cx="3571904" cy="4357724"/>
              <a:chOff x="428564" y="514309"/>
              <a:chExt cx="3571904" cy="4357724"/>
            </a:xfrm>
          </p:grpSpPr>
          <p:grpSp>
            <p:nvGrpSpPr>
              <p:cNvPr id="518" name="Группа 162"/>
              <p:cNvGrpSpPr/>
              <p:nvPr/>
            </p:nvGrpSpPr>
            <p:grpSpPr>
              <a:xfrm>
                <a:off x="428564" y="514309"/>
                <a:ext cx="3571904" cy="4357724"/>
                <a:chOff x="428564" y="442871"/>
                <a:chExt cx="3571904" cy="4357724"/>
              </a:xfrm>
            </p:grpSpPr>
            <p:grpSp>
              <p:nvGrpSpPr>
                <p:cNvPr id="527" name="Группа 81"/>
                <p:cNvGrpSpPr/>
                <p:nvPr/>
              </p:nvGrpSpPr>
              <p:grpSpPr>
                <a:xfrm>
                  <a:off x="428564" y="442871"/>
                  <a:ext cx="3571904" cy="4357724"/>
                  <a:chOff x="-500098" y="285734"/>
                  <a:chExt cx="2653411" cy="4998570"/>
                </a:xfrm>
              </p:grpSpPr>
              <p:sp>
                <p:nvSpPr>
                  <p:cNvPr id="533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  <a:solidFill>
                    <a:schemeClr val="tx1"/>
                  </a:solidFill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534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59" name="Прямоугольник 55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60" name="Прямоугольник 55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61" name="Прямоугольник 56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35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56" name="Прямоугольник 55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57" name="Прямоугольник 55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58" name="Прямоугольник 55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36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53" name="Прямоугольник 55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54" name="Прямоугольник 55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555" name="Прямоугольник 55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37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50" name="Прямоугольник 54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51" name="Прямоугольник 55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52" name="Прямоугольник 55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38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547" name="Прямоугольник 54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48" name="Прямоугольник 54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49" name="Прямоугольник 54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39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544" name="Прямоугольник 543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45" name="Прямоугольник 544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6" name="Прямоугольник 545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40" name="Группа 75"/>
                  <p:cNvGrpSpPr/>
                  <p:nvPr/>
                </p:nvGrpSpPr>
                <p:grpSpPr>
                  <a:xfrm>
                    <a:off x="-500098" y="4998552"/>
                    <a:ext cx="2643205" cy="285752"/>
                    <a:chOff x="785786" y="5641494"/>
                    <a:chExt cx="1797006" cy="285752"/>
                  </a:xfrm>
                </p:grpSpPr>
                <p:sp>
                  <p:nvSpPr>
                    <p:cNvPr id="542" name="Прямоугольник 541"/>
                    <p:cNvSpPr/>
                    <p:nvPr/>
                  </p:nvSpPr>
                  <p:spPr>
                    <a:xfrm>
                      <a:off x="785786" y="5641494"/>
                      <a:ext cx="938050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onAnswerSelected</a:t>
                      </a:r>
                    </a:p>
                    <a:p>
                      <a:pPr algn="ctr">
                        <a:buFont typeface="Arial" pitchFamily="34" charset="0"/>
                        <a:buNone/>
                      </a:pP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43" name="Прямоугольник 542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541" name="TextBox 54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528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529" name="Прямоугольник 528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0" name="Прямоугольник 529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531" name="Прямоугольник 530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532" name="TextBox 531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519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524" name="Прямоугольник 523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5" name="Прямоугольник 524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526" name="Прямоугольник 525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520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521" name="Прямоугольник 520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2" name="Прямоугольник 521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3" name="Прямоугольник 522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514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515" name="Прямоугольник 514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6" name="Прямоугольник 515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517" name="Прямоугольник 516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grpSp>
        <p:nvGrpSpPr>
          <p:cNvPr id="593" name="Группа 592"/>
          <p:cNvGrpSpPr/>
          <p:nvPr/>
        </p:nvGrpSpPr>
        <p:grpSpPr>
          <a:xfrm>
            <a:off x="-8322039" y="3943333"/>
            <a:ext cx="3038928" cy="6678538"/>
            <a:chOff x="-8322039" y="3943333"/>
            <a:chExt cx="3038928" cy="6678538"/>
          </a:xfrm>
        </p:grpSpPr>
        <p:grpSp>
          <p:nvGrpSpPr>
            <p:cNvPr id="574" name="Группа 573"/>
            <p:cNvGrpSpPr/>
            <p:nvPr/>
          </p:nvGrpSpPr>
          <p:grpSpPr>
            <a:xfrm>
              <a:off x="-8286871" y="3943333"/>
              <a:ext cx="3003760" cy="6321347"/>
              <a:chOff x="-7361541" y="3871895"/>
              <a:chExt cx="3003760" cy="6321347"/>
            </a:xfrm>
          </p:grpSpPr>
          <p:sp>
            <p:nvSpPr>
              <p:cNvPr id="294" name="Прямоугольник 293"/>
              <p:cNvSpPr/>
              <p:nvPr/>
            </p:nvSpPr>
            <p:spPr>
              <a:xfrm>
                <a:off x="-7361540" y="6657977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smtClean="0">
                    <a:solidFill>
                      <a:schemeClr val="tx1"/>
                    </a:solidFill>
                  </a:rPr>
                  <a:t>getMenuNodes</a:t>
                </a:r>
                <a:r>
                  <a:rPr lang="en-US" sz="900" b="0" baseline="0" smtClean="0">
                    <a:solidFill>
                      <a:schemeClr val="tx1"/>
                    </a:solidFill>
                  </a:rPr>
                  <a:t>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Прямоугольник 298"/>
              <p:cNvSpPr/>
              <p:nvPr/>
            </p:nvSpPr>
            <p:spPr>
              <a:xfrm>
                <a:off x="-5500789" y="6657977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grpSp>
            <p:nvGrpSpPr>
              <p:cNvPr id="313" name="Группа 312"/>
              <p:cNvGrpSpPr/>
              <p:nvPr/>
            </p:nvGrpSpPr>
            <p:grpSpPr>
              <a:xfrm>
                <a:off x="-7358177" y="5872159"/>
                <a:ext cx="2786082" cy="247652"/>
                <a:chOff x="-7360856" y="7515233"/>
                <a:chExt cx="2786082" cy="247652"/>
              </a:xfrm>
            </p:grpSpPr>
            <p:sp>
              <p:nvSpPr>
                <p:cNvPr id="302" name="Прямоугольник 301"/>
                <p:cNvSpPr/>
                <p:nvPr/>
              </p:nvSpPr>
              <p:spPr>
                <a:xfrm>
                  <a:off x="-7360856" y="7515234"/>
                  <a:ext cx="977248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data</a:t>
                  </a:r>
                  <a:r>
                    <a:rPr lang="en-US" sz="900" smtClean="0">
                      <a:solidFill>
                        <a:schemeClr val="tx1"/>
                      </a:solidFill>
                    </a:rPr>
                    <a:t>MenuNodes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7" name="Прямоугольник 306"/>
                <p:cNvSpPr/>
                <p:nvPr/>
              </p:nvSpPr>
              <p:spPr>
                <a:xfrm>
                  <a:off x="-6395103" y="7515234"/>
                  <a:ext cx="96575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[]</a:t>
                  </a:r>
                  <a:endParaRPr lang="ru-RU" sz="1200"/>
                </a:p>
              </p:txBody>
            </p:sp>
            <p:sp>
              <p:nvSpPr>
                <p:cNvPr id="310" name="Прямоугольник 309"/>
                <p:cNvSpPr/>
                <p:nvPr/>
              </p:nvSpPr>
              <p:spPr>
                <a:xfrm>
                  <a:off x="-5429351" y="7515233"/>
                  <a:ext cx="854577" cy="214315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arr</a:t>
                  </a:r>
                  <a:endParaRPr lang="ru-RU" sz="1200"/>
                </a:p>
              </p:txBody>
            </p:sp>
          </p:grpSp>
          <p:cxnSp>
            <p:nvCxnSpPr>
              <p:cNvPr id="317" name="Соединительная линия уступом 316"/>
              <p:cNvCxnSpPr>
                <a:stCxn id="294" idx="1"/>
                <a:endCxn id="302" idx="1"/>
              </p:cNvCxnSpPr>
              <p:nvPr/>
            </p:nvCxnSpPr>
            <p:spPr>
              <a:xfrm rot="10800000" flipH="1">
                <a:off x="-7361541" y="5995986"/>
                <a:ext cx="3363" cy="786550"/>
              </a:xfrm>
              <a:prstGeom prst="bentConnector3">
                <a:avLst>
                  <a:gd name="adj1" fmla="val -6797502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3" name="Прямоугольник 382"/>
              <p:cNvSpPr/>
              <p:nvPr/>
            </p:nvSpPr>
            <p:spPr>
              <a:xfrm>
                <a:off x="-7349076" y="4800589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quizId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4" name="Прямоугольник 383"/>
              <p:cNvSpPr/>
              <p:nvPr/>
            </p:nvSpPr>
            <p:spPr>
              <a:xfrm>
                <a:off x="-6429483" y="4800589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391" name="Прямоугольник 390"/>
              <p:cNvSpPr/>
              <p:nvPr/>
            </p:nvSpPr>
            <p:spPr>
              <a:xfrm>
                <a:off x="-5509891" y="4800588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  <p:sp>
            <p:nvSpPr>
              <p:cNvPr id="408" name="Прямоугольник 407"/>
              <p:cNvSpPr/>
              <p:nvPr/>
            </p:nvSpPr>
            <p:spPr>
              <a:xfrm>
                <a:off x="-7323798" y="6086473"/>
                <a:ext cx="977248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chooseQuizId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9" name="Прямоугольник 418"/>
              <p:cNvSpPr/>
              <p:nvPr/>
            </p:nvSpPr>
            <p:spPr>
              <a:xfrm>
                <a:off x="-6358045" y="6086473"/>
                <a:ext cx="96575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421" name="Прямоугольник 420"/>
              <p:cNvSpPr/>
              <p:nvPr/>
            </p:nvSpPr>
            <p:spPr>
              <a:xfrm>
                <a:off x="-5392293" y="6086472"/>
                <a:ext cx="854577" cy="21431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  <p:grpSp>
            <p:nvGrpSpPr>
              <p:cNvPr id="511" name="Группа 510"/>
              <p:cNvGrpSpPr/>
              <p:nvPr/>
            </p:nvGrpSpPr>
            <p:grpSpPr>
              <a:xfrm>
                <a:off x="-7358178" y="3871895"/>
                <a:ext cx="3000397" cy="6321347"/>
                <a:chOff x="-7358178" y="3871895"/>
                <a:chExt cx="3000397" cy="6321347"/>
              </a:xfrm>
            </p:grpSpPr>
            <p:grpSp>
              <p:nvGrpSpPr>
                <p:cNvPr id="298" name="Группа 297"/>
                <p:cNvGrpSpPr/>
                <p:nvPr/>
              </p:nvGrpSpPr>
              <p:grpSpPr>
                <a:xfrm>
                  <a:off x="-7358178" y="3871895"/>
                  <a:ext cx="2857521" cy="2749447"/>
                  <a:chOff x="-7358178" y="3871895"/>
                  <a:chExt cx="2857521" cy="2749447"/>
                </a:xfrm>
              </p:grpSpPr>
              <p:grpSp>
                <p:nvGrpSpPr>
                  <p:cNvPr id="238" name="Группа 237"/>
                  <p:cNvGrpSpPr/>
                  <p:nvPr/>
                </p:nvGrpSpPr>
                <p:grpSpPr>
                  <a:xfrm>
                    <a:off x="-7358178" y="3871895"/>
                    <a:ext cx="2857521" cy="2749447"/>
                    <a:chOff x="-7572492" y="514309"/>
                    <a:chExt cx="2857521" cy="2749447"/>
                  </a:xfrm>
                </p:grpSpPr>
                <p:grpSp>
                  <p:nvGrpSpPr>
                    <p:cNvPr id="235" name="Группа 234"/>
                    <p:cNvGrpSpPr/>
                    <p:nvPr/>
                  </p:nvGrpSpPr>
                  <p:grpSpPr>
                    <a:xfrm>
                      <a:off x="-7572492" y="514309"/>
                      <a:ext cx="2857520" cy="1819288"/>
                      <a:chOff x="-7572492" y="514309"/>
                      <a:chExt cx="2857520" cy="1819288"/>
                    </a:xfrm>
                  </p:grpSpPr>
                  <p:grpSp>
                    <p:nvGrpSpPr>
                      <p:cNvPr id="178" name="Группа 126"/>
                      <p:cNvGrpSpPr/>
                      <p:nvPr/>
                    </p:nvGrpSpPr>
                    <p:grpSpPr>
                      <a:xfrm>
                        <a:off x="-7572491" y="514309"/>
                        <a:ext cx="2846357" cy="928694"/>
                        <a:chOff x="-500098" y="285734"/>
                        <a:chExt cx="2653411" cy="1071571"/>
                      </a:xfrm>
                    </p:grpSpPr>
                    <p:sp>
                      <p:nvSpPr>
                        <p:cNvPr id="179" name="TextBox 178"/>
                        <p:cNvSpPr txBox="1"/>
                        <p:nvPr/>
                      </p:nvSpPr>
                      <p:spPr>
                        <a:xfrm>
                          <a:off x="-500098" y="571487"/>
                          <a:ext cx="399573" cy="227731"/>
                        </a:xfrm>
                        <a:prstGeom prst="rect">
                          <a:avLst/>
                        </a:prstGeom>
                        <a:solidFill>
                          <a:srgbClr val="C00000"/>
                        </a:solidFill>
                        <a:ln>
                          <a:solidFill>
                            <a:srgbClr val="C00000"/>
                          </a:solidFill>
                        </a:ln>
                      </p:spPr>
                      <p:style>
                        <a:lnRef idx="2">
                          <a:schemeClr val="dk1">
                            <a:shade val="50000"/>
                          </a:schemeClr>
                        </a:lnRef>
                        <a:fillRef idx="1">
                          <a:schemeClr val="dk1"/>
                        </a:fillRef>
                        <a:effectRef idx="0">
                          <a:schemeClr val="dk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lIns="58299" tIns="29149" rIns="58299" bIns="29149" rtlCol="0">
                          <a:spAutoFit/>
                        </a:bodyPr>
                        <a:lstStyle/>
                        <a:p>
                          <a:r>
                            <a:rPr lang="en-US" sz="900" b="1" smtClean="0"/>
                            <a:t>state</a:t>
                          </a:r>
                          <a:endParaRPr lang="ru-RU" sz="900" b="1"/>
                        </a:p>
                      </p:txBody>
                    </p:sp>
                    <p:grpSp>
                      <p:nvGrpSpPr>
                        <p:cNvPr id="183" name="Группа 54"/>
                        <p:cNvGrpSpPr/>
                        <p:nvPr/>
                      </p:nvGrpSpPr>
                      <p:grpSpPr>
                        <a:xfrm>
                          <a:off x="-500098" y="785800"/>
                          <a:ext cx="2653411" cy="285753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191" name="Прямоугольник 190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smtClean="0">
                                <a:solidFill>
                                  <a:schemeClr val="tx1"/>
                                </a:solidFill>
                              </a:rPr>
                              <a:t>categoryView</a:t>
                            </a:r>
                            <a:endParaRPr lang="ru-RU" sz="90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92" name="Прямоугольник 191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1200" smtClean="0"/>
                              <a:t>false</a:t>
                            </a:r>
                            <a:endParaRPr lang="ru-RU" sz="1200"/>
                          </a:p>
                        </p:txBody>
                      </p:sp>
                      <p:sp>
                        <p:nvSpPr>
                          <p:cNvPr id="193" name="Прямоугольник 192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1200" smtClean="0"/>
                              <a:t>bool</a:t>
                            </a:r>
                            <a:endParaRPr lang="ru-RU" sz="1200"/>
                          </a:p>
                        </p:txBody>
                      </p:sp>
                    </p:grpSp>
                    <p:grpSp>
                      <p:nvGrpSpPr>
                        <p:cNvPr id="185" name="Группа 55"/>
                        <p:cNvGrpSpPr/>
                        <p:nvPr/>
                      </p:nvGrpSpPr>
                      <p:grpSpPr>
                        <a:xfrm>
                          <a:off x="-500098" y="1071552"/>
                          <a:ext cx="2653411" cy="285753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187" name="Прямоугольник 186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smtClean="0">
                                <a:solidFill>
                                  <a:schemeClr val="tx1"/>
                                </a:solidFill>
                              </a:rPr>
                              <a:t>idCategory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88" name="Прямоугольник 187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1200" smtClean="0"/>
                              <a:t>“”</a:t>
                            </a:r>
                            <a:endParaRPr lang="ru-RU" sz="1200"/>
                          </a:p>
                        </p:txBody>
                      </p:sp>
                      <p:sp>
                        <p:nvSpPr>
                          <p:cNvPr id="190" name="Прямоугольник 189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1200" smtClean="0"/>
                              <a:t>str</a:t>
                            </a:r>
                            <a:endParaRPr lang="ru-RU" sz="1200"/>
                          </a:p>
                        </p:txBody>
                      </p:sp>
                    </p:grpSp>
                    <p:sp>
                      <p:nvSpPr>
                        <p:cNvPr id="186" name="TextBox 185"/>
                        <p:cNvSpPr txBox="1"/>
                        <p:nvPr/>
                      </p:nvSpPr>
                      <p:spPr>
                        <a:xfrm>
                          <a:off x="-500098" y="285734"/>
                          <a:ext cx="2643206" cy="316513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5">
                            <a:shade val="50000"/>
                          </a:schemeClr>
                        </a:lnRef>
                        <a:fillRef idx="1">
                          <a:schemeClr val="accent5"/>
                        </a:fillRef>
                        <a:effectRef idx="0">
                          <a:schemeClr val="accent5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lIns="58299" tIns="29149" rIns="58299" bIns="29149" rtlCol="0">
                          <a:spAutoFit/>
                        </a:bodyPr>
                        <a:lstStyle/>
                        <a:p>
                          <a:r>
                            <a:rPr lang="en-US" sz="1400" b="1" smtClean="0"/>
                            <a:t>App</a:t>
                          </a:r>
                          <a:endParaRPr lang="ru-RU" sz="1400" b="1"/>
                        </a:p>
                      </p:txBody>
                    </p:sp>
                  </p:grpSp>
                  <p:grpSp>
                    <p:nvGrpSpPr>
                      <p:cNvPr id="225" name="Группа 224"/>
                      <p:cNvGrpSpPr/>
                      <p:nvPr/>
                    </p:nvGrpSpPr>
                    <p:grpSpPr>
                      <a:xfrm>
                        <a:off x="-7572491" y="1871631"/>
                        <a:ext cx="2846357" cy="247652"/>
                        <a:chOff x="-7411412" y="2300259"/>
                        <a:chExt cx="2846357" cy="247652"/>
                      </a:xfrm>
                    </p:grpSpPr>
                    <p:sp>
                      <p:nvSpPr>
                        <p:cNvPr id="227" name="Прямоугольник 226"/>
                        <p:cNvSpPr/>
                        <p:nvPr/>
                      </p:nvSpPr>
                      <p:spPr>
                        <a:xfrm>
                          <a:off x="-7411412" y="2300260"/>
                          <a:ext cx="930539" cy="247651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smtClean="0">
                              <a:solidFill>
                                <a:schemeClr val="tx1"/>
                              </a:solidFill>
                            </a:rPr>
                            <a:t>quizView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8" name="Прямоугольник 227"/>
                        <p:cNvSpPr/>
                        <p:nvPr/>
                      </p:nvSpPr>
                      <p:spPr>
                        <a:xfrm>
                          <a:off x="-6491819" y="2300260"/>
                          <a:ext cx="919592" cy="247651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false</a:t>
                          </a:r>
                          <a:endParaRPr lang="ru-RU" sz="1200"/>
                        </a:p>
                      </p:txBody>
                    </p:sp>
                    <p:sp>
                      <p:nvSpPr>
                        <p:cNvPr id="229" name="Прямоугольник 228"/>
                        <p:cNvSpPr/>
                        <p:nvPr/>
                      </p:nvSpPr>
                      <p:spPr>
                        <a:xfrm>
                          <a:off x="-5572227" y="2300259"/>
                          <a:ext cx="1007172" cy="247651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bool</a:t>
                          </a:r>
                          <a:endParaRPr lang="ru-RU" sz="1200"/>
                        </a:p>
                      </p:txBody>
                    </p:sp>
                  </p:grpSp>
                  <p:grpSp>
                    <p:nvGrpSpPr>
                      <p:cNvPr id="230" name="Группа 229"/>
                      <p:cNvGrpSpPr/>
                      <p:nvPr/>
                    </p:nvGrpSpPr>
                    <p:grpSpPr>
                      <a:xfrm>
                        <a:off x="-7572492" y="2085946"/>
                        <a:ext cx="2857520" cy="247651"/>
                        <a:chOff x="-7411412" y="2300260"/>
                        <a:chExt cx="2720939" cy="247651"/>
                      </a:xfrm>
                    </p:grpSpPr>
                    <p:sp>
                      <p:nvSpPr>
                        <p:cNvPr id="231" name="Прямоугольник 230"/>
                        <p:cNvSpPr/>
                        <p:nvPr/>
                      </p:nvSpPr>
                      <p:spPr>
                        <a:xfrm>
                          <a:off x="-7411412" y="2300260"/>
                          <a:ext cx="930539" cy="247651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firstContentView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3" name="Прямоугольник 232"/>
                        <p:cNvSpPr/>
                        <p:nvPr/>
                      </p:nvSpPr>
                      <p:spPr>
                        <a:xfrm>
                          <a:off x="-6491819" y="2300260"/>
                          <a:ext cx="919592" cy="247651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true</a:t>
                          </a:r>
                          <a:endParaRPr lang="ru-RU" sz="1200"/>
                        </a:p>
                      </p:txBody>
                    </p:sp>
                    <p:sp>
                      <p:nvSpPr>
                        <p:cNvPr id="234" name="Прямоугольник 233"/>
                        <p:cNvSpPr/>
                        <p:nvPr/>
                      </p:nvSpPr>
                      <p:spPr>
                        <a:xfrm>
                          <a:off x="-5572227" y="2300260"/>
                          <a:ext cx="881754" cy="214314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bool</a:t>
                          </a:r>
                          <a:endParaRPr lang="ru-RU" sz="1200"/>
                        </a:p>
                      </p:txBody>
                    </p:sp>
                  </p:grpSp>
                </p:grpSp>
                <p:sp>
                  <p:nvSpPr>
                    <p:cNvPr id="236" name="Прямоугольник 235"/>
                    <p:cNvSpPr/>
                    <p:nvPr/>
                  </p:nvSpPr>
                  <p:spPr>
                    <a:xfrm>
                      <a:off x="-7572490" y="3014639"/>
                      <a:ext cx="1857388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handlerQuizView()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7" name="Прямоугольник 236"/>
                    <p:cNvSpPr/>
                    <p:nvPr/>
                  </p:nvSpPr>
                  <p:spPr>
                    <a:xfrm>
                      <a:off x="-5711739" y="3014639"/>
                      <a:ext cx="996768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200"/>
                    </a:p>
                  </p:txBody>
                </p:sp>
              </p:grpSp>
              <p:sp>
                <p:nvSpPr>
                  <p:cNvPr id="289" name="Прямоугольник 288"/>
                  <p:cNvSpPr/>
                  <p:nvPr/>
                </p:nvSpPr>
                <p:spPr>
                  <a:xfrm>
                    <a:off x="-7358177" y="5657845"/>
                    <a:ext cx="977248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adminView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1" name="Прямоугольник 290"/>
                  <p:cNvSpPr/>
                  <p:nvPr/>
                </p:nvSpPr>
                <p:spPr>
                  <a:xfrm>
                    <a:off x="-6392424" y="5657845"/>
                    <a:ext cx="96575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92" name="Прямоугольник 291"/>
                  <p:cNvSpPr/>
                  <p:nvPr/>
                </p:nvSpPr>
                <p:spPr>
                  <a:xfrm>
                    <a:off x="-5426672" y="5657844"/>
                    <a:ext cx="854577" cy="214315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356" name="Группа 355"/>
                <p:cNvGrpSpPr/>
                <p:nvPr/>
              </p:nvGrpSpPr>
              <p:grpSpPr>
                <a:xfrm>
                  <a:off x="-7312357" y="6943729"/>
                  <a:ext cx="2954576" cy="3249513"/>
                  <a:chOff x="397323" y="728623"/>
                  <a:chExt cx="3603145" cy="3249513"/>
                </a:xfrm>
              </p:grpSpPr>
              <p:grpSp>
                <p:nvGrpSpPr>
                  <p:cNvPr id="399" name="Группа 327"/>
                  <p:cNvGrpSpPr/>
                  <p:nvPr/>
                </p:nvGrpSpPr>
                <p:grpSpPr>
                  <a:xfrm>
                    <a:off x="397323" y="728623"/>
                    <a:ext cx="3603145" cy="3249513"/>
                    <a:chOff x="397323" y="728623"/>
                    <a:chExt cx="3603145" cy="3249513"/>
                  </a:xfrm>
                </p:grpSpPr>
                <p:cxnSp>
                  <p:nvCxnSpPr>
                    <p:cNvPr id="456" name="Соединительная линия уступом 455"/>
                    <p:cNvCxnSpPr>
                      <a:stCxn id="482" idx="1"/>
                      <a:endCxn id="499" idx="1"/>
                    </p:cNvCxnSpPr>
                    <p:nvPr/>
                  </p:nvCxnSpPr>
                  <p:spPr>
                    <a:xfrm rot="10800000" flipH="1">
                      <a:off x="397323" y="1074825"/>
                      <a:ext cx="31241" cy="2778751"/>
                    </a:xfrm>
                    <a:prstGeom prst="bentConnector3">
                      <a:avLst>
                        <a:gd name="adj1" fmla="val -892341"/>
                      </a:avLst>
                    </a:prstGeom>
                    <a:ln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67" name="Группа 81"/>
                    <p:cNvGrpSpPr/>
                    <p:nvPr/>
                  </p:nvGrpSpPr>
                  <p:grpSpPr>
                    <a:xfrm>
                      <a:off x="397324" y="728623"/>
                      <a:ext cx="3603144" cy="3249513"/>
                      <a:chOff x="-523305" y="531565"/>
                      <a:chExt cx="2676618" cy="3727386"/>
                    </a:xfrm>
                  </p:grpSpPr>
                  <p:sp>
                    <p:nvSpPr>
                      <p:cNvPr id="473" name="TextBox 472"/>
                      <p:cNvSpPr txBox="1"/>
                      <p:nvPr/>
                    </p:nvSpPr>
                    <p:spPr>
                      <a:xfrm>
                        <a:off x="-500098" y="531565"/>
                        <a:ext cx="388304" cy="226392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2">
                          <a:shade val="50000"/>
                        </a:schemeClr>
                      </a:lnRef>
                      <a:fillRef idx="1">
                        <a:schemeClr val="accent2"/>
                      </a:fillRef>
                      <a:effectRef idx="0">
                        <a:schemeClr val="accent2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58299" tIns="29149" rIns="58299" bIns="29149" rtlCol="0">
                        <a:spAutoFit/>
                      </a:bodyPr>
                      <a:lstStyle/>
                      <a:p>
                        <a:r>
                          <a:rPr lang="en-US" sz="900" b="1" smtClean="0"/>
                          <a:t>state</a:t>
                        </a:r>
                        <a:endParaRPr lang="ru-RU" sz="900" b="1"/>
                      </a:p>
                    </p:txBody>
                  </p:sp>
                  <p:grpSp>
                    <p:nvGrpSpPr>
                      <p:cNvPr id="474" name="Группа 54"/>
                      <p:cNvGrpSpPr/>
                      <p:nvPr/>
                    </p:nvGrpSpPr>
                    <p:grpSpPr>
                      <a:xfrm>
                        <a:off x="-500098" y="785800"/>
                        <a:ext cx="2653411" cy="285753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499" name="Прямоугольник 498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smtClean="0">
                              <a:solidFill>
                                <a:schemeClr val="tx1"/>
                              </a:solidFill>
                            </a:rPr>
                            <a:t>answer</a:t>
                          </a:r>
                          <a:endParaRPr lang="ru-RU" sz="90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0" name="Прямоугольник 499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“”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501" name="Прямоугольник 500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err="1" smtClean="0"/>
                            <a:t>str</a:t>
                          </a:r>
                          <a:endParaRPr lang="ru-RU" sz="900"/>
                        </a:p>
                      </p:txBody>
                    </p:sp>
                  </p:grpSp>
                  <p:grpSp>
                    <p:nvGrpSpPr>
                      <p:cNvPr id="475" name="Группа 55"/>
                      <p:cNvGrpSpPr/>
                      <p:nvPr/>
                    </p:nvGrpSpPr>
                    <p:grpSpPr>
                      <a:xfrm>
                        <a:off x="-500098" y="1071552"/>
                        <a:ext cx="2653411" cy="285753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496" name="Прямоугольник 495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err="1" smtClean="0">
                              <a:solidFill>
                                <a:schemeClr val="tx1"/>
                              </a:solidFill>
                            </a:rPr>
                            <a:t>answerOptions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7" name="Прямоугольник 496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[]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498" name="Прямоугольник 497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err="1" smtClean="0"/>
                            <a:t>arr</a:t>
                          </a:r>
                          <a:endParaRPr lang="ru-RU" sz="900"/>
                        </a:p>
                      </p:txBody>
                    </p:sp>
                  </p:grpSp>
                  <p:grpSp>
                    <p:nvGrpSpPr>
                      <p:cNvPr id="476" name="Группа 59"/>
                      <p:cNvGrpSpPr/>
                      <p:nvPr/>
                    </p:nvGrpSpPr>
                    <p:grpSpPr>
                      <a:xfrm>
                        <a:off x="-500098" y="1357304"/>
                        <a:ext cx="2653411" cy="285753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493" name="Прямоугольник 492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err="1" smtClean="0">
                              <a:solidFill>
                                <a:schemeClr val="tx1"/>
                              </a:solidFill>
                            </a:rPr>
                            <a:t>questionId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4" name="Прямоугольник 493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1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495" name="Прямоугольник 494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num</a:t>
                          </a:r>
                          <a:endParaRPr lang="ru-RU" sz="900"/>
                        </a:p>
                      </p:txBody>
                    </p:sp>
                  </p:grpSp>
                  <p:grpSp>
                    <p:nvGrpSpPr>
                      <p:cNvPr id="477" name="Группа 63"/>
                      <p:cNvGrpSpPr/>
                      <p:nvPr/>
                    </p:nvGrpSpPr>
                    <p:grpSpPr>
                      <a:xfrm>
                        <a:off x="-500098" y="1643056"/>
                        <a:ext cx="2653411" cy="285753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490" name="Прямоугольник 489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question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1" name="Прямоугольник 490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“”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492" name="Прямоугольник 491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str</a:t>
                          </a:r>
                          <a:endParaRPr lang="ru-RU" sz="900"/>
                        </a:p>
                      </p:txBody>
                    </p:sp>
                  </p:grpSp>
                  <p:grpSp>
                    <p:nvGrpSpPr>
                      <p:cNvPr id="478" name="Группа 67"/>
                      <p:cNvGrpSpPr/>
                      <p:nvPr/>
                    </p:nvGrpSpPr>
                    <p:grpSpPr>
                      <a:xfrm>
                        <a:off x="-500098" y="1928808"/>
                        <a:ext cx="2653411" cy="571504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487" name="Прямоугольник 486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answerCount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8" name="Прямоугольник 487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{</a:t>
                          </a:r>
                        </a:p>
                        <a:p>
                          <a:r>
                            <a:rPr lang="en-US" sz="900" smtClean="0">
                              <a:solidFill>
                                <a:schemeClr val="tx1"/>
                              </a:solidFill>
                            </a:rPr>
                            <a:t>trueAnswer</a:t>
                          </a: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: 0</a:t>
                          </a:r>
                        </a:p>
                        <a:p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}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9" name="Прямоугольник 488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str</a:t>
                          </a:r>
                          <a:endParaRPr lang="ru-RU" sz="900"/>
                        </a:p>
                      </p:txBody>
                    </p:sp>
                  </p:grpSp>
                  <p:grpSp>
                    <p:nvGrpSpPr>
                      <p:cNvPr id="479" name="Группа 71"/>
                      <p:cNvGrpSpPr/>
                      <p:nvPr/>
                    </p:nvGrpSpPr>
                    <p:grpSpPr>
                      <a:xfrm>
                        <a:off x="-500098" y="3317654"/>
                        <a:ext cx="2653411" cy="285753"/>
                        <a:chOff x="785786" y="4246367"/>
                        <a:chExt cx="2653411" cy="285753"/>
                      </a:xfrm>
                    </p:grpSpPr>
                    <p:sp>
                      <p:nvSpPr>
                        <p:cNvPr id="484" name="Прямоугольник 483"/>
                        <p:cNvSpPr/>
                        <p:nvPr/>
                      </p:nvSpPr>
                      <p:spPr>
                        <a:xfrm>
                          <a:off x="785786" y="4246367"/>
                          <a:ext cx="867461" cy="285753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result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5" name="Прямоугольник 484"/>
                        <p:cNvSpPr/>
                        <p:nvPr/>
                      </p:nvSpPr>
                      <p:spPr>
                        <a:xfrm>
                          <a:off x="1643043" y="4246368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“”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486" name="Прямоугольник 485"/>
                        <p:cNvSpPr/>
                        <p:nvPr/>
                      </p:nvSpPr>
                      <p:spPr>
                        <a:xfrm>
                          <a:off x="2500298" y="4246367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str</a:t>
                          </a:r>
                          <a:endParaRPr lang="ru-RU" sz="900"/>
                        </a:p>
                      </p:txBody>
                    </p:sp>
                  </p:grpSp>
                  <p:grpSp>
                    <p:nvGrpSpPr>
                      <p:cNvPr id="480" name="Группа 75"/>
                      <p:cNvGrpSpPr/>
                      <p:nvPr/>
                    </p:nvGrpSpPr>
                    <p:grpSpPr>
                      <a:xfrm>
                        <a:off x="-523305" y="3973199"/>
                        <a:ext cx="2643204" cy="285752"/>
                        <a:chOff x="770008" y="4616141"/>
                        <a:chExt cx="1797004" cy="285752"/>
                      </a:xfrm>
                    </p:grpSpPr>
                    <p:sp>
                      <p:nvSpPr>
                        <p:cNvPr id="482" name="Прямоугольник 481"/>
                        <p:cNvSpPr/>
                        <p:nvPr/>
                      </p:nvSpPr>
                      <p:spPr>
                        <a:xfrm>
                          <a:off x="770008" y="4616141"/>
                          <a:ext cx="967969" cy="285745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6">
                            <a:shade val="50000"/>
                          </a:schemeClr>
                        </a:lnRef>
                        <a:fillRef idx="1">
                          <a:schemeClr val="accent6"/>
                        </a:fillRef>
                        <a:effectRef idx="0">
                          <a:schemeClr val="accent6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None/>
                          </a:pP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handleAnswerSelected()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3" name="Прямоугольник 482"/>
                        <p:cNvSpPr/>
                        <p:nvPr/>
                      </p:nvSpPr>
                      <p:spPr>
                        <a:xfrm>
                          <a:off x="1709756" y="4616141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6">
                            <a:shade val="50000"/>
                          </a:schemeClr>
                        </a:lnRef>
                        <a:fillRef idx="1">
                          <a:schemeClr val="accent6"/>
                        </a:fillRef>
                        <a:effectRef idx="0">
                          <a:schemeClr val="accent6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endParaRPr lang="ru-RU" sz="900"/>
                        </a:p>
                      </p:txBody>
                    </p:sp>
                  </p:grpSp>
                </p:grpSp>
                <p:grpSp>
                  <p:nvGrpSpPr>
                    <p:cNvPr id="459" name="Группа 321"/>
                    <p:cNvGrpSpPr/>
                    <p:nvPr/>
                  </p:nvGrpSpPr>
                  <p:grpSpPr>
                    <a:xfrm>
                      <a:off x="428565" y="2443135"/>
                      <a:ext cx="3571900" cy="249118"/>
                      <a:chOff x="631887" y="4657712"/>
                      <a:chExt cx="3571900" cy="249118"/>
                    </a:xfrm>
                  </p:grpSpPr>
                  <p:sp>
                    <p:nvSpPr>
                      <p:cNvPr id="464" name="Прямоугольник 463"/>
                      <p:cNvSpPr/>
                      <p:nvPr/>
                    </p:nvSpPr>
                    <p:spPr>
                      <a:xfrm>
                        <a:off x="631887" y="4657713"/>
                        <a:ext cx="1167736" cy="249117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>
                          <a:buFont typeface="Arial" pitchFamily="34" charset="0"/>
                          <a:buChar char="•"/>
                        </a:pPr>
                        <a:r>
                          <a:rPr lang="en-US" sz="900" smtClean="0">
                            <a:solidFill>
                              <a:schemeClr val="tx1"/>
                            </a:solidFill>
                          </a:rPr>
                          <a:t>counter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465" name="Прямоугольник 464"/>
                      <p:cNvSpPr/>
                      <p:nvPr/>
                    </p:nvSpPr>
                    <p:spPr>
                      <a:xfrm>
                        <a:off x="1785887" y="4657713"/>
                        <a:ext cx="1153999" cy="249117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900"/>
                          <a:t>0</a:t>
                        </a:r>
                        <a:endParaRPr lang="ru-RU" sz="900"/>
                      </a:p>
                    </p:txBody>
                  </p:sp>
                  <p:sp>
                    <p:nvSpPr>
                      <p:cNvPr id="466" name="Прямоугольник 465"/>
                      <p:cNvSpPr/>
                      <p:nvPr/>
                    </p:nvSpPr>
                    <p:spPr>
                      <a:xfrm>
                        <a:off x="2939884" y="4657712"/>
                        <a:ext cx="1263903" cy="249117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900" smtClean="0"/>
                          <a:t>num</a:t>
                        </a:r>
                        <a:endParaRPr lang="ru-RU" sz="900"/>
                      </a:p>
                    </p:txBody>
                  </p:sp>
                </p:grpSp>
                <p:grpSp>
                  <p:nvGrpSpPr>
                    <p:cNvPr id="460" name="Группа 325"/>
                    <p:cNvGrpSpPr/>
                    <p:nvPr/>
                  </p:nvGrpSpPr>
                  <p:grpSpPr>
                    <a:xfrm>
                      <a:off x="428565" y="2657449"/>
                      <a:ext cx="3571900" cy="498233"/>
                      <a:chOff x="580965" y="2099130"/>
                      <a:chExt cx="3571900" cy="498233"/>
                    </a:xfrm>
                  </p:grpSpPr>
                  <p:sp>
                    <p:nvSpPr>
                      <p:cNvPr id="461" name="Прямоугольник 460"/>
                      <p:cNvSpPr/>
                      <p:nvPr/>
                    </p:nvSpPr>
                    <p:spPr>
                      <a:xfrm>
                        <a:off x="580965" y="2099132"/>
                        <a:ext cx="1167736" cy="49823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>
                          <a:buFont typeface="Arial" pitchFamily="34" charset="0"/>
                          <a:buChar char="•"/>
                        </a:pPr>
                        <a:r>
                          <a:rPr lang="en-US" sz="900" smtClean="0">
                            <a:solidFill>
                              <a:schemeClr val="tx1"/>
                            </a:solidFill>
                          </a:rPr>
                          <a:t>styleAnswer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462" name="Прямоугольник 461"/>
                      <p:cNvSpPr/>
                      <p:nvPr/>
                    </p:nvSpPr>
                    <p:spPr>
                      <a:xfrm>
                        <a:off x="1734965" y="2099132"/>
                        <a:ext cx="1153999" cy="49823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{</a:t>
                        </a:r>
                      </a:p>
                      <a:p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flag: false</a:t>
                        </a:r>
                      </a:p>
                      <a:p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}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463" name="Прямоугольник 462"/>
                      <p:cNvSpPr/>
                      <p:nvPr/>
                    </p:nvSpPr>
                    <p:spPr>
                      <a:xfrm>
                        <a:off x="2888962" y="2099130"/>
                        <a:ext cx="1263903" cy="49823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900" smtClean="0"/>
                          <a:t>bool</a:t>
                        </a:r>
                        <a:endParaRPr lang="ru-RU" sz="900"/>
                      </a:p>
                    </p:txBody>
                  </p:sp>
                </p:grpSp>
              </p:grpSp>
              <p:grpSp>
                <p:nvGrpSpPr>
                  <p:cNvPr id="423" name="Группа 331"/>
                  <p:cNvGrpSpPr/>
                  <p:nvPr/>
                </p:nvGrpSpPr>
                <p:grpSpPr>
                  <a:xfrm>
                    <a:off x="428565" y="3408463"/>
                    <a:ext cx="3571900" cy="249118"/>
                    <a:chOff x="406584" y="3371829"/>
                    <a:chExt cx="3571900" cy="249118"/>
                  </a:xfrm>
                </p:grpSpPr>
                <p:sp>
                  <p:nvSpPr>
                    <p:cNvPr id="431" name="Прямоугольник 430"/>
                    <p:cNvSpPr/>
                    <p:nvPr/>
                  </p:nvSpPr>
                  <p:spPr>
                    <a:xfrm>
                      <a:off x="406584" y="3371830"/>
                      <a:ext cx="1167736" cy="249117"/>
                    </a:xfrm>
                    <a:prstGeom prst="rect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selectedItem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8" name="Прямоугольник 437"/>
                    <p:cNvSpPr/>
                    <p:nvPr/>
                  </p:nvSpPr>
                  <p:spPr>
                    <a:xfrm>
                      <a:off x="1560584" y="3371830"/>
                      <a:ext cx="115399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null</a:t>
                      </a:r>
                      <a:endParaRPr lang="ru-RU" sz="900"/>
                    </a:p>
                  </p:txBody>
                </p:sp>
                <p:sp>
                  <p:nvSpPr>
                    <p:cNvPr id="454" name="Прямоугольник 453"/>
                    <p:cNvSpPr/>
                    <p:nvPr/>
                  </p:nvSpPr>
                  <p:spPr>
                    <a:xfrm>
                      <a:off x="2714581" y="3371829"/>
                      <a:ext cx="1263903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</p:grpSp>
          </p:grpSp>
        </p:grpSp>
        <p:grpSp>
          <p:nvGrpSpPr>
            <p:cNvPr id="581" name="Группа 580"/>
            <p:cNvGrpSpPr/>
            <p:nvPr/>
          </p:nvGrpSpPr>
          <p:grpSpPr>
            <a:xfrm>
              <a:off x="-8322039" y="10372753"/>
              <a:ext cx="2928955" cy="249118"/>
              <a:chOff x="-8322039" y="10372753"/>
              <a:chExt cx="2928955" cy="249118"/>
            </a:xfrm>
          </p:grpSpPr>
          <p:sp>
            <p:nvSpPr>
              <p:cNvPr id="575" name="Прямоугольник 574"/>
              <p:cNvSpPr/>
              <p:nvPr/>
            </p:nvSpPr>
            <p:spPr>
              <a:xfrm>
                <a:off x="-8322039" y="10372754"/>
                <a:ext cx="95754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questionLength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6" name="Прямоугольник 575"/>
              <p:cNvSpPr/>
              <p:nvPr/>
            </p:nvSpPr>
            <p:spPr>
              <a:xfrm>
                <a:off x="-7375760" y="10372754"/>
                <a:ext cx="946278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/>
                  <a:t>0</a:t>
                </a:r>
                <a:endParaRPr lang="ru-RU" sz="900"/>
              </a:p>
            </p:txBody>
          </p:sp>
          <p:sp>
            <p:nvSpPr>
              <p:cNvPr id="577" name="Прямоугольник 576"/>
              <p:cNvSpPr/>
              <p:nvPr/>
            </p:nvSpPr>
            <p:spPr>
              <a:xfrm>
                <a:off x="-6429483" y="10372753"/>
                <a:ext cx="10363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grpSp>
        <p:nvGrpSpPr>
          <p:cNvPr id="596" name="Группа 595"/>
          <p:cNvGrpSpPr/>
          <p:nvPr/>
        </p:nvGrpSpPr>
        <p:grpSpPr>
          <a:xfrm>
            <a:off x="-3929153" y="2657449"/>
            <a:ext cx="2989234" cy="6821414"/>
            <a:chOff x="-3929153" y="2657449"/>
            <a:chExt cx="2989234" cy="6821414"/>
          </a:xfrm>
        </p:grpSpPr>
        <p:sp>
          <p:nvSpPr>
            <p:cNvPr id="393" name="Прямоугольник 392"/>
            <p:cNvSpPr/>
            <p:nvPr/>
          </p:nvSpPr>
          <p:spPr>
            <a:xfrm>
              <a:off x="-3910950" y="515778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quizId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95" name="Прямоугольник 394"/>
            <p:cNvSpPr/>
            <p:nvPr/>
          </p:nvSpPr>
          <p:spPr>
            <a:xfrm>
              <a:off x="-2991357" y="515778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“”</a:t>
              </a:r>
              <a:endParaRPr lang="ru-RU" sz="1200"/>
            </a:p>
          </p:txBody>
        </p:sp>
        <p:sp>
          <p:nvSpPr>
            <p:cNvPr id="396" name="Прямоугольник 395"/>
            <p:cNvSpPr/>
            <p:nvPr/>
          </p:nvSpPr>
          <p:spPr>
            <a:xfrm>
              <a:off x="-2071765" y="515777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str</a:t>
              </a:r>
              <a:endParaRPr lang="ru-RU" sz="1200"/>
            </a:p>
          </p:txBody>
        </p:sp>
        <p:grpSp>
          <p:nvGrpSpPr>
            <p:cNvPr id="592" name="Группа 591"/>
            <p:cNvGrpSpPr/>
            <p:nvPr/>
          </p:nvGrpSpPr>
          <p:grpSpPr>
            <a:xfrm>
              <a:off x="-3929153" y="2657449"/>
              <a:ext cx="2989234" cy="6821414"/>
              <a:chOff x="-3929153" y="3943333"/>
              <a:chExt cx="2989234" cy="6821414"/>
            </a:xfrm>
          </p:grpSpPr>
          <p:grpSp>
            <p:nvGrpSpPr>
              <p:cNvPr id="563" name="Группа 562"/>
              <p:cNvGrpSpPr/>
              <p:nvPr/>
            </p:nvGrpSpPr>
            <p:grpSpPr>
              <a:xfrm>
                <a:off x="-3929153" y="3943333"/>
                <a:ext cx="2989234" cy="6535661"/>
                <a:chOff x="-3857715" y="3943333"/>
                <a:chExt cx="2989234" cy="6535661"/>
              </a:xfrm>
            </p:grpSpPr>
            <p:grpSp>
              <p:nvGrpSpPr>
                <p:cNvPr id="288" name="Группа 287"/>
                <p:cNvGrpSpPr/>
                <p:nvPr/>
              </p:nvGrpSpPr>
              <p:grpSpPr>
                <a:xfrm>
                  <a:off x="-3857715" y="3943333"/>
                  <a:ext cx="2989234" cy="2390791"/>
                  <a:chOff x="-3714839" y="514309"/>
                  <a:chExt cx="2989234" cy="2390791"/>
                </a:xfrm>
              </p:grpSpPr>
              <p:grpSp>
                <p:nvGrpSpPr>
                  <p:cNvPr id="241" name="Группа 234"/>
                  <p:cNvGrpSpPr/>
                  <p:nvPr/>
                </p:nvGrpSpPr>
                <p:grpSpPr>
                  <a:xfrm>
                    <a:off x="-3714839" y="514309"/>
                    <a:ext cx="2989234" cy="1819288"/>
                    <a:chOff x="-7572491" y="514309"/>
                    <a:chExt cx="2989234" cy="1819288"/>
                  </a:xfrm>
                </p:grpSpPr>
                <p:grpSp>
                  <p:nvGrpSpPr>
                    <p:cNvPr id="245" name="Группа 126"/>
                    <p:cNvGrpSpPr/>
                    <p:nvPr/>
                  </p:nvGrpSpPr>
                  <p:grpSpPr>
                    <a:xfrm>
                      <a:off x="-7572490" y="514309"/>
                      <a:ext cx="2846354" cy="928696"/>
                      <a:chOff x="-500098" y="285734"/>
                      <a:chExt cx="2653411" cy="1071571"/>
                    </a:xfrm>
                  </p:grpSpPr>
                  <p:sp>
                    <p:nvSpPr>
                      <p:cNvPr id="273" name="TextBox 272"/>
                      <p:cNvSpPr txBox="1"/>
                      <p:nvPr/>
                    </p:nvSpPr>
                    <p:spPr>
                      <a:xfrm>
                        <a:off x="-500098" y="571487"/>
                        <a:ext cx="399573" cy="227731"/>
                      </a:xfrm>
                      <a:prstGeom prst="rect">
                        <a:avLst/>
                      </a:prstGeom>
                      <a:ln/>
                    </p:spPr>
                    <p:style>
                      <a:lnRef idx="2">
                        <a:schemeClr val="dk1">
                          <a:shade val="50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58299" tIns="29149" rIns="58299" bIns="29149" rtlCol="0">
                        <a:spAutoFit/>
                      </a:bodyPr>
                      <a:lstStyle/>
                      <a:p>
                        <a:r>
                          <a:rPr lang="en-US" sz="900" b="1" smtClean="0"/>
                          <a:t>props</a:t>
                        </a:r>
                        <a:endParaRPr lang="ru-RU" sz="900" b="1"/>
                      </a:p>
                    </p:txBody>
                  </p:sp>
                  <p:grpSp>
                    <p:nvGrpSpPr>
                      <p:cNvPr id="274" name="Группа 54"/>
                      <p:cNvGrpSpPr/>
                      <p:nvPr/>
                    </p:nvGrpSpPr>
                    <p:grpSpPr>
                      <a:xfrm>
                        <a:off x="-500098" y="785800"/>
                        <a:ext cx="2653411" cy="285753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281" name="Прямоугольник 280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smtClean="0">
                              <a:solidFill>
                                <a:schemeClr val="tx1"/>
                              </a:solidFill>
                            </a:rPr>
                            <a:t>categoryView</a:t>
                          </a:r>
                          <a:endParaRPr lang="ru-RU" sz="90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82" name="Прямоугольник 281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false</a:t>
                          </a:r>
                          <a:endParaRPr lang="ru-RU" sz="1200"/>
                        </a:p>
                      </p:txBody>
                    </p:sp>
                    <p:sp>
                      <p:nvSpPr>
                        <p:cNvPr id="284" name="Прямоугольник 283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bool</a:t>
                          </a:r>
                          <a:endParaRPr lang="ru-RU" sz="1200"/>
                        </a:p>
                      </p:txBody>
                    </p:sp>
                  </p:grpSp>
                  <p:grpSp>
                    <p:nvGrpSpPr>
                      <p:cNvPr id="275" name="Группа 55"/>
                      <p:cNvGrpSpPr/>
                      <p:nvPr/>
                    </p:nvGrpSpPr>
                    <p:grpSpPr>
                      <a:xfrm>
                        <a:off x="-500098" y="1071552"/>
                        <a:ext cx="2653411" cy="285753"/>
                        <a:chOff x="785786" y="3429006"/>
                        <a:chExt cx="2653411" cy="285753"/>
                      </a:xfrm>
                    </p:grpSpPr>
                    <p:sp>
                      <p:nvSpPr>
                        <p:cNvPr id="278" name="Прямоугольник 277"/>
                        <p:cNvSpPr/>
                        <p:nvPr/>
                      </p:nvSpPr>
                      <p:spPr>
                        <a:xfrm>
                          <a:off x="785786" y="3429007"/>
                          <a:ext cx="867461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smtClean="0">
                              <a:solidFill>
                                <a:schemeClr val="tx1"/>
                              </a:solidFill>
                            </a:rPr>
                            <a:t>idCategory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79" name="Прямоугольник 278"/>
                        <p:cNvSpPr/>
                        <p:nvPr/>
                      </p:nvSpPr>
                      <p:spPr>
                        <a:xfrm>
                          <a:off x="1643043" y="3429007"/>
                          <a:ext cx="857256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“”</a:t>
                          </a:r>
                          <a:endParaRPr lang="ru-RU" sz="1200"/>
                        </a:p>
                      </p:txBody>
                    </p:sp>
                    <p:sp>
                      <p:nvSpPr>
                        <p:cNvPr id="280" name="Прямоугольник 279"/>
                        <p:cNvSpPr/>
                        <p:nvPr/>
                      </p:nvSpPr>
                      <p:spPr>
                        <a:xfrm>
                          <a:off x="2500298" y="3429006"/>
                          <a:ext cx="938899" cy="285752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1200" smtClean="0"/>
                            <a:t>str</a:t>
                          </a:r>
                          <a:endParaRPr lang="ru-RU" sz="1200"/>
                        </a:p>
                      </p:txBody>
                    </p:sp>
                  </p:grpSp>
                  <p:sp>
                    <p:nvSpPr>
                      <p:cNvPr id="277" name="TextBox 276"/>
                      <p:cNvSpPr txBox="1"/>
                      <p:nvPr/>
                    </p:nvSpPr>
                    <p:spPr>
                      <a:xfrm>
                        <a:off x="-500098" y="285734"/>
                        <a:ext cx="2643206" cy="316513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5">
                          <a:shade val="50000"/>
                        </a:schemeClr>
                      </a:lnRef>
                      <a:fillRef idx="1">
                        <a:schemeClr val="accent5"/>
                      </a:fillRef>
                      <a:effectRef idx="0">
                        <a:schemeClr val="accent5"/>
                      </a:effectRef>
                      <a:fontRef idx="minor">
                        <a:schemeClr val="lt1"/>
                      </a:fontRef>
                    </p:style>
                    <p:txBody>
                      <a:bodyPr wrap="square" lIns="58299" tIns="29149" rIns="58299" bIns="29149" rtlCol="0">
                        <a:spAutoFit/>
                      </a:bodyPr>
                      <a:lstStyle/>
                      <a:p>
                        <a:r>
                          <a:rPr lang="en-US" sz="1400" b="1" smtClean="0"/>
                          <a:t>MainView</a:t>
                        </a:r>
                        <a:endParaRPr lang="ru-RU" sz="1400" b="1"/>
                      </a:p>
                    </p:txBody>
                  </p:sp>
                </p:grpSp>
                <p:grpSp>
                  <p:nvGrpSpPr>
                    <p:cNvPr id="248" name="Группа 224"/>
                    <p:cNvGrpSpPr/>
                    <p:nvPr/>
                  </p:nvGrpSpPr>
                  <p:grpSpPr>
                    <a:xfrm>
                      <a:off x="-7572491" y="1871631"/>
                      <a:ext cx="2846357" cy="247652"/>
                      <a:chOff x="-7411412" y="2300259"/>
                      <a:chExt cx="2846357" cy="247652"/>
                    </a:xfrm>
                  </p:grpSpPr>
                  <p:sp>
                    <p:nvSpPr>
                      <p:cNvPr id="259" name="Прямоугольник 258"/>
                      <p:cNvSpPr/>
                      <p:nvPr/>
                    </p:nvSpPr>
                    <p:spPr>
                      <a:xfrm>
                        <a:off x="-7411412" y="2300260"/>
                        <a:ext cx="930539" cy="2476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>
                          <a:buFont typeface="Arial" pitchFamily="34" charset="0"/>
                          <a:buChar char="•"/>
                        </a:pPr>
                        <a:r>
                          <a:rPr lang="en-US" sz="900" smtClean="0">
                            <a:solidFill>
                              <a:schemeClr val="tx1"/>
                            </a:solidFill>
                          </a:rPr>
                          <a:t>quizView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260" name="Прямоугольник 259"/>
                      <p:cNvSpPr/>
                      <p:nvPr/>
                    </p:nvSpPr>
                    <p:spPr>
                      <a:xfrm>
                        <a:off x="-6491819" y="2300260"/>
                        <a:ext cx="919592" cy="2476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1200" smtClean="0"/>
                          <a:t>false</a:t>
                        </a:r>
                        <a:endParaRPr lang="ru-RU" sz="1200"/>
                      </a:p>
                    </p:txBody>
                  </p:sp>
                  <p:sp>
                    <p:nvSpPr>
                      <p:cNvPr id="261" name="Прямоугольник 260"/>
                      <p:cNvSpPr/>
                      <p:nvPr/>
                    </p:nvSpPr>
                    <p:spPr>
                      <a:xfrm>
                        <a:off x="-5572227" y="2300259"/>
                        <a:ext cx="1007172" cy="2476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1200" smtClean="0"/>
                          <a:t>bool</a:t>
                        </a:r>
                        <a:endParaRPr lang="ru-RU" sz="1200"/>
                      </a:p>
                    </p:txBody>
                  </p:sp>
                </p:grpSp>
                <p:grpSp>
                  <p:nvGrpSpPr>
                    <p:cNvPr id="249" name="Группа 229"/>
                    <p:cNvGrpSpPr/>
                    <p:nvPr/>
                  </p:nvGrpSpPr>
                  <p:grpSpPr>
                    <a:xfrm>
                      <a:off x="-7572489" y="2085945"/>
                      <a:ext cx="2989232" cy="247652"/>
                      <a:chOff x="-7411412" y="2300259"/>
                      <a:chExt cx="2846357" cy="247652"/>
                    </a:xfrm>
                  </p:grpSpPr>
                  <p:sp>
                    <p:nvSpPr>
                      <p:cNvPr id="256" name="Прямоугольник 255"/>
                      <p:cNvSpPr/>
                      <p:nvPr/>
                    </p:nvSpPr>
                    <p:spPr>
                      <a:xfrm>
                        <a:off x="-7411412" y="2300260"/>
                        <a:ext cx="930539" cy="2476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>
                          <a:buFont typeface="Arial" pitchFamily="34" charset="0"/>
                          <a:buChar char="•"/>
                        </a:pPr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firstContentView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257" name="Прямоугольник 256"/>
                      <p:cNvSpPr/>
                      <p:nvPr/>
                    </p:nvSpPr>
                    <p:spPr>
                      <a:xfrm>
                        <a:off x="-6491819" y="2300260"/>
                        <a:ext cx="919592" cy="2476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1200" smtClean="0"/>
                          <a:t>true</a:t>
                        </a:r>
                        <a:endParaRPr lang="ru-RU" sz="1200"/>
                      </a:p>
                    </p:txBody>
                  </p:sp>
                  <p:sp>
                    <p:nvSpPr>
                      <p:cNvPr id="258" name="Прямоугольник 257"/>
                      <p:cNvSpPr/>
                      <p:nvPr/>
                    </p:nvSpPr>
                    <p:spPr>
                      <a:xfrm>
                        <a:off x="-5572227" y="2300259"/>
                        <a:ext cx="1007172" cy="2476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1200" smtClean="0"/>
                          <a:t>bool</a:t>
                        </a:r>
                        <a:endParaRPr lang="ru-RU" sz="1200"/>
                      </a:p>
                    </p:txBody>
                  </p:sp>
                </p:grpSp>
              </p:grpSp>
              <p:sp>
                <p:nvSpPr>
                  <p:cNvPr id="285" name="Прямоугольник 284"/>
                  <p:cNvSpPr/>
                  <p:nvPr/>
                </p:nvSpPr>
                <p:spPr>
                  <a:xfrm>
                    <a:off x="-3705738" y="2657449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quizViewChange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6" name="Прямоугольник 285"/>
                  <p:cNvSpPr/>
                  <p:nvPr/>
                </p:nvSpPr>
                <p:spPr>
                  <a:xfrm>
                    <a:off x="-2786145" y="2657449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7" name="Прямоугольник 286"/>
                  <p:cNvSpPr/>
                  <p:nvPr/>
                </p:nvSpPr>
                <p:spPr>
                  <a:xfrm>
                    <a:off x="-1866553" y="2657448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333" name="Группа 332"/>
                <p:cNvGrpSpPr/>
                <p:nvPr/>
              </p:nvGrpSpPr>
              <p:grpSpPr>
                <a:xfrm>
                  <a:off x="-3857715" y="6729415"/>
                  <a:ext cx="2928958" cy="3749579"/>
                  <a:chOff x="395296" y="728623"/>
                  <a:chExt cx="3605169" cy="3749579"/>
                </a:xfrm>
              </p:grpSpPr>
              <p:grpSp>
                <p:nvGrpSpPr>
                  <p:cNvPr id="328" name="Группа 327"/>
                  <p:cNvGrpSpPr/>
                  <p:nvPr/>
                </p:nvGrpSpPr>
                <p:grpSpPr>
                  <a:xfrm>
                    <a:off x="395296" y="728623"/>
                    <a:ext cx="3605169" cy="3749579"/>
                    <a:chOff x="395296" y="728623"/>
                    <a:chExt cx="3605169" cy="3749579"/>
                  </a:xfrm>
                </p:grpSpPr>
                <p:grpSp>
                  <p:nvGrpSpPr>
                    <p:cNvPr id="163" name="Группа 162"/>
                    <p:cNvGrpSpPr/>
                    <p:nvPr/>
                  </p:nvGrpSpPr>
                  <p:grpSpPr>
                    <a:xfrm>
                      <a:off x="395296" y="728623"/>
                      <a:ext cx="3605169" cy="3749579"/>
                      <a:chOff x="395296" y="657185"/>
                      <a:chExt cx="3605169" cy="3749579"/>
                    </a:xfrm>
                  </p:grpSpPr>
                  <p:grpSp>
                    <p:nvGrpSpPr>
                      <p:cNvPr id="2" name="Группа 81"/>
                      <p:cNvGrpSpPr/>
                      <p:nvPr/>
                    </p:nvGrpSpPr>
                    <p:grpSpPr>
                      <a:xfrm>
                        <a:off x="395296" y="657185"/>
                        <a:ext cx="3605169" cy="3749579"/>
                        <a:chOff x="-524812" y="531565"/>
                        <a:chExt cx="2678125" cy="4300998"/>
                      </a:xfrm>
                    </p:grpSpPr>
                    <p:sp>
                      <p:nvSpPr>
                        <p:cNvPr id="17" name="TextBox 16"/>
                        <p:cNvSpPr txBox="1"/>
                        <p:nvPr/>
                      </p:nvSpPr>
                      <p:spPr>
                        <a:xfrm>
                          <a:off x="-500098" y="531565"/>
                          <a:ext cx="318409" cy="226392"/>
                        </a:xfrm>
                        <a:prstGeom prst="rect">
                          <a:avLst/>
                        </a:prstGeom>
                        <a:solidFill>
                          <a:schemeClr val="tx1"/>
                        </a:solidFill>
                      </p:spPr>
                      <p:style>
                        <a:lnRef idx="2">
                          <a:schemeClr val="accent2">
                            <a:shade val="50000"/>
                          </a:schemeClr>
                        </a:lnRef>
                        <a:fillRef idx="1">
                          <a:schemeClr val="accent2"/>
                        </a:fillRef>
                        <a:effectRef idx="0">
                          <a:schemeClr val="accent2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lIns="58299" tIns="29149" rIns="58299" bIns="29149" rtlCol="0">
                          <a:spAutoFit/>
                        </a:bodyPr>
                        <a:lstStyle/>
                        <a:p>
                          <a:r>
                            <a:rPr lang="en-US" sz="900" b="1" smtClean="0"/>
                            <a:t>props</a:t>
                          </a:r>
                          <a:endParaRPr lang="ru-RU" sz="900" b="1"/>
                        </a:p>
                      </p:txBody>
                    </p:sp>
                    <p:grpSp>
                      <p:nvGrpSpPr>
                        <p:cNvPr id="3" name="Группа 54"/>
                        <p:cNvGrpSpPr/>
                        <p:nvPr/>
                      </p:nvGrpSpPr>
                      <p:grpSpPr>
                        <a:xfrm>
                          <a:off x="-500098" y="785800"/>
                          <a:ext cx="2653411" cy="285753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40" name="Прямоугольник 39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smtClean="0">
                                <a:solidFill>
                                  <a:schemeClr val="tx1"/>
                                </a:solidFill>
                              </a:rPr>
                              <a:t>answer</a:t>
                            </a:r>
                            <a:endParaRPr lang="ru-RU" sz="90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53" name="Прямоугольник 52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“”</a:t>
                            </a:r>
                            <a:endParaRPr lang="ru-RU" sz="900"/>
                          </a:p>
                        </p:txBody>
                      </p:sp>
                      <p:sp>
                        <p:nvSpPr>
                          <p:cNvPr id="54" name="Прямоугольник 53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err="1" smtClean="0"/>
                              <a:t>str</a:t>
                            </a:r>
                            <a:endParaRPr lang="ru-RU" sz="900"/>
                          </a:p>
                        </p:txBody>
                      </p:sp>
                    </p:grpSp>
                    <p:grpSp>
                      <p:nvGrpSpPr>
                        <p:cNvPr id="4" name="Группа 55"/>
                        <p:cNvGrpSpPr/>
                        <p:nvPr/>
                      </p:nvGrpSpPr>
                      <p:grpSpPr>
                        <a:xfrm>
                          <a:off x="-500098" y="1071552"/>
                          <a:ext cx="2653411" cy="285753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57" name="Прямоугольник 56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b="0" baseline="0" err="1" smtClean="0">
                                <a:solidFill>
                                  <a:schemeClr val="tx1"/>
                                </a:solidFill>
                              </a:rPr>
                              <a:t>answerOptions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58" name="Прямоугольник 57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[]</a:t>
                            </a:r>
                            <a:endParaRPr lang="ru-RU" sz="900"/>
                          </a:p>
                        </p:txBody>
                      </p:sp>
                      <p:sp>
                        <p:nvSpPr>
                          <p:cNvPr id="59" name="Прямоугольник 58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err="1" smtClean="0"/>
                              <a:t>arr</a:t>
                            </a:r>
                            <a:endParaRPr lang="ru-RU" sz="900"/>
                          </a:p>
                        </p:txBody>
                      </p:sp>
                    </p:grpSp>
                    <p:grpSp>
                      <p:nvGrpSpPr>
                        <p:cNvPr id="5" name="Группа 59"/>
                        <p:cNvGrpSpPr/>
                        <p:nvPr/>
                      </p:nvGrpSpPr>
                      <p:grpSpPr>
                        <a:xfrm>
                          <a:off x="-500098" y="1357304"/>
                          <a:ext cx="2653411" cy="285753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61" name="Прямоугольник 60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b="0" baseline="0" err="1" smtClean="0">
                                <a:solidFill>
                                  <a:schemeClr val="tx1"/>
                                </a:solidFill>
                              </a:rPr>
                              <a:t>questionId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62" name="Прямоугольник 61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1</a:t>
                            </a:r>
                            <a:endParaRPr lang="ru-RU" sz="900"/>
                          </a:p>
                        </p:txBody>
                      </p:sp>
                      <p:sp>
                        <p:nvSpPr>
                          <p:cNvPr id="63" name="Прямоугольник 62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num</a:t>
                            </a:r>
                            <a:endParaRPr lang="ru-RU" sz="900"/>
                          </a:p>
                        </p:txBody>
                      </p:sp>
                    </p:grpSp>
                    <p:grpSp>
                      <p:nvGrpSpPr>
                        <p:cNvPr id="6" name="Группа 63"/>
                        <p:cNvGrpSpPr/>
                        <p:nvPr/>
                      </p:nvGrpSpPr>
                      <p:grpSpPr>
                        <a:xfrm>
                          <a:off x="-500098" y="1643056"/>
                          <a:ext cx="2653411" cy="285753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65" name="Прямоугольник 64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b="0" baseline="0" smtClean="0">
                                <a:solidFill>
                                  <a:schemeClr val="tx1"/>
                                </a:solidFill>
                              </a:rPr>
                              <a:t>question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66" name="Прямоугольник 65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“”</a:t>
                            </a:r>
                            <a:endParaRPr lang="ru-RU" sz="900"/>
                          </a:p>
                        </p:txBody>
                      </p:sp>
                      <p:sp>
                        <p:nvSpPr>
                          <p:cNvPr id="67" name="Прямоугольник 66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str</a:t>
                            </a:r>
                            <a:endParaRPr lang="ru-RU" sz="900"/>
                          </a:p>
                        </p:txBody>
                      </p:sp>
                    </p:grpSp>
                    <p:grpSp>
                      <p:nvGrpSpPr>
                        <p:cNvPr id="7" name="Группа 67"/>
                        <p:cNvGrpSpPr/>
                        <p:nvPr/>
                      </p:nvGrpSpPr>
                      <p:grpSpPr>
                        <a:xfrm>
                          <a:off x="-500098" y="1928808"/>
                          <a:ext cx="2653411" cy="571504"/>
                          <a:chOff x="785786" y="3429006"/>
                          <a:chExt cx="2653411" cy="285753"/>
                        </a:xfrm>
                      </p:grpSpPr>
                      <p:sp>
                        <p:nvSpPr>
                          <p:cNvPr id="69" name="Прямоугольник 68"/>
                          <p:cNvSpPr/>
                          <p:nvPr/>
                        </p:nvSpPr>
                        <p:spPr>
                          <a:xfrm>
                            <a:off x="785786" y="3429007"/>
                            <a:ext cx="867461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b="0" baseline="0" smtClean="0">
                                <a:solidFill>
                                  <a:schemeClr val="tx1"/>
                                </a:solidFill>
                              </a:rPr>
                              <a:t>answerCount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70" name="Прямоугольник 69"/>
                          <p:cNvSpPr/>
                          <p:nvPr/>
                        </p:nvSpPr>
                        <p:spPr>
                          <a:xfrm>
                            <a:off x="1643043" y="3429007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r>
                              <a:rPr lang="en-US" sz="900" b="0" baseline="0" smtClean="0">
                                <a:solidFill>
                                  <a:schemeClr val="tx1"/>
                                </a:solidFill>
                              </a:rPr>
                              <a:t>{</a:t>
                            </a:r>
                          </a:p>
                          <a:p>
                            <a:r>
                              <a:rPr lang="en-US" sz="900" smtClean="0">
                                <a:solidFill>
                                  <a:schemeClr val="tx1"/>
                                </a:solidFill>
                              </a:rPr>
                              <a:t>trueAnswer</a:t>
                            </a:r>
                            <a:r>
                              <a:rPr lang="en-US" sz="900" b="0" baseline="0" smtClean="0">
                                <a:solidFill>
                                  <a:schemeClr val="tx1"/>
                                </a:solidFill>
                              </a:rPr>
                              <a:t>: 0</a:t>
                            </a:r>
                          </a:p>
                          <a:p>
                            <a:r>
                              <a:rPr lang="en-US" sz="900" b="0" baseline="0" smtClean="0">
                                <a:solidFill>
                                  <a:schemeClr val="tx1"/>
                                </a:solidFill>
                              </a:rPr>
                              <a:t>}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71" name="Прямоугольник 70"/>
                          <p:cNvSpPr/>
                          <p:nvPr/>
                        </p:nvSpPr>
                        <p:spPr>
                          <a:xfrm>
                            <a:off x="2500298" y="3429006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str</a:t>
                            </a:r>
                            <a:endParaRPr lang="ru-RU" sz="900"/>
                          </a:p>
                        </p:txBody>
                      </p:sp>
                    </p:grpSp>
                    <p:grpSp>
                      <p:nvGrpSpPr>
                        <p:cNvPr id="8" name="Группа 71"/>
                        <p:cNvGrpSpPr/>
                        <p:nvPr/>
                      </p:nvGrpSpPr>
                      <p:grpSpPr>
                        <a:xfrm>
                          <a:off x="-500098" y="3317654"/>
                          <a:ext cx="2653411" cy="285753"/>
                          <a:chOff x="785786" y="4246367"/>
                          <a:chExt cx="2653411" cy="285753"/>
                        </a:xfrm>
                      </p:grpSpPr>
                      <p:sp>
                        <p:nvSpPr>
                          <p:cNvPr id="73" name="Прямоугольник 72"/>
                          <p:cNvSpPr/>
                          <p:nvPr/>
                        </p:nvSpPr>
                        <p:spPr>
                          <a:xfrm>
                            <a:off x="785786" y="4246367"/>
                            <a:ext cx="867461" cy="285753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>
                              <a:buFont typeface="Arial" pitchFamily="34" charset="0"/>
                              <a:buChar char="•"/>
                            </a:pPr>
                            <a:r>
                              <a:rPr lang="en-US" sz="900" b="0" baseline="0" smtClean="0">
                                <a:solidFill>
                                  <a:schemeClr val="tx1"/>
                                </a:solidFill>
                              </a:rPr>
                              <a:t>result</a:t>
                            </a: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74" name="Прямоугольник 73"/>
                          <p:cNvSpPr/>
                          <p:nvPr/>
                        </p:nvSpPr>
                        <p:spPr>
                          <a:xfrm>
                            <a:off x="1643043" y="4246368"/>
                            <a:ext cx="857256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“”</a:t>
                            </a:r>
                            <a:endParaRPr lang="ru-RU" sz="900"/>
                          </a:p>
                        </p:txBody>
                      </p:sp>
                      <p:sp>
                        <p:nvSpPr>
                          <p:cNvPr id="75" name="Прямоугольник 74"/>
                          <p:cNvSpPr/>
                          <p:nvPr/>
                        </p:nvSpPr>
                        <p:spPr>
                          <a:xfrm>
                            <a:off x="2500298" y="4246367"/>
                            <a:ext cx="938899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str</a:t>
                            </a:r>
                            <a:endParaRPr lang="ru-RU" sz="900"/>
                          </a:p>
                        </p:txBody>
                      </p:sp>
                    </p:grpSp>
                    <p:grpSp>
                      <p:nvGrpSpPr>
                        <p:cNvPr id="9" name="Группа 75"/>
                        <p:cNvGrpSpPr/>
                        <p:nvPr/>
                      </p:nvGrpSpPr>
                      <p:grpSpPr>
                        <a:xfrm>
                          <a:off x="-524812" y="4546810"/>
                          <a:ext cx="2643206" cy="285753"/>
                          <a:chOff x="768984" y="5189752"/>
                          <a:chExt cx="1797006" cy="285753"/>
                        </a:xfrm>
                      </p:grpSpPr>
                      <p:sp>
                        <p:nvSpPr>
                          <p:cNvPr id="77" name="Прямоугольник 76"/>
                          <p:cNvSpPr/>
                          <p:nvPr/>
                        </p:nvSpPr>
                        <p:spPr>
                          <a:xfrm>
                            <a:off x="768984" y="5189753"/>
                            <a:ext cx="938050" cy="285752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onAnswerSelected</a:t>
                            </a:r>
                          </a:p>
                          <a:p>
                            <a:pPr algn="ctr">
                              <a:buFont typeface="Arial" pitchFamily="34" charset="0"/>
                              <a:buNone/>
                            </a:pPr>
                            <a:endParaRPr lang="ru-RU" sz="900" b="0" baseline="0">
                              <a:solidFill>
                                <a:schemeClr val="tx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78" name="Прямоугольник 77"/>
                          <p:cNvSpPr/>
                          <p:nvPr/>
                        </p:nvSpPr>
                        <p:spPr>
                          <a:xfrm>
                            <a:off x="1708734" y="5189752"/>
                            <a:ext cx="857256" cy="285753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58299" tIns="29149" rIns="58299" bIns="29149" rtlCol="0" anchor="ctr"/>
                          <a:lstStyle/>
                          <a:p>
                            <a:pPr algn="ctr"/>
                            <a:r>
                              <a:rPr lang="en-US" sz="900" smtClean="0"/>
                              <a:t>func</a:t>
                            </a:r>
                            <a:endParaRPr lang="ru-RU" sz="900"/>
                          </a:p>
                        </p:txBody>
                      </p:sp>
                    </p:grpSp>
                  </p:grpSp>
                  <p:grpSp>
                    <p:nvGrpSpPr>
                      <p:cNvPr id="162" name="Группа 161"/>
                      <p:cNvGrpSpPr/>
                      <p:nvPr/>
                    </p:nvGrpSpPr>
                    <p:grpSpPr>
                      <a:xfrm>
                        <a:off x="428565" y="3657581"/>
                        <a:ext cx="3571900" cy="463431"/>
                        <a:chOff x="417573" y="4014771"/>
                        <a:chExt cx="3571900" cy="463431"/>
                      </a:xfrm>
                    </p:grpSpPr>
                    <p:sp>
                      <p:nvSpPr>
                        <p:cNvPr id="157" name="Прямоугольник 156"/>
                        <p:cNvSpPr/>
                        <p:nvPr/>
                      </p:nvSpPr>
                      <p:spPr>
                        <a:xfrm>
                          <a:off x="417573" y="4229085"/>
                          <a:ext cx="1167736" cy="249117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>
                            <a:buFont typeface="Arial" pitchFamily="34" charset="0"/>
                            <a:buChar char="•"/>
                          </a:pPr>
                          <a:r>
                            <a:rPr lang="en-US" sz="900" b="0" baseline="0" smtClean="0">
                              <a:solidFill>
                                <a:schemeClr val="tx1"/>
                              </a:solidFill>
                            </a:rPr>
                            <a:t>quizView</a:t>
                          </a:r>
                          <a:endParaRPr lang="ru-RU" sz="900" b="0" baseline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58" name="Прямоугольник 157"/>
                        <p:cNvSpPr/>
                        <p:nvPr/>
                      </p:nvSpPr>
                      <p:spPr>
                        <a:xfrm>
                          <a:off x="1571573" y="4229085"/>
                          <a:ext cx="1153999" cy="249117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true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159" name="Прямоугольник 158"/>
                        <p:cNvSpPr/>
                        <p:nvPr/>
                      </p:nvSpPr>
                      <p:spPr>
                        <a:xfrm>
                          <a:off x="2725570" y="4229084"/>
                          <a:ext cx="1263903" cy="249117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58299" tIns="29149" rIns="58299" bIns="29149" rtlCol="0" anchor="ctr"/>
                        <a:lstStyle/>
                        <a:p>
                          <a:pPr algn="ctr"/>
                          <a:r>
                            <a:rPr lang="en-US" sz="900" smtClean="0"/>
                            <a:t>bool</a:t>
                          </a:r>
                          <a:endParaRPr lang="ru-RU" sz="900"/>
                        </a:p>
                      </p:txBody>
                    </p:sp>
                    <p:sp>
                      <p:nvSpPr>
                        <p:cNvPr id="160" name="TextBox 159"/>
                        <p:cNvSpPr txBox="1"/>
                        <p:nvPr/>
                      </p:nvSpPr>
                      <p:spPr>
                        <a:xfrm>
                          <a:off x="428565" y="4014771"/>
                          <a:ext cx="428628" cy="197367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dk1">
                            <a:shade val="50000"/>
                          </a:schemeClr>
                        </a:lnRef>
                        <a:fillRef idx="1">
                          <a:schemeClr val="dk1"/>
                        </a:fillRef>
                        <a:effectRef idx="0">
                          <a:schemeClr val="dk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lIns="58299" tIns="29149" rIns="58299" bIns="29149" rtlCol="0">
                          <a:spAutoFit/>
                        </a:bodyPr>
                        <a:lstStyle/>
                        <a:p>
                          <a:r>
                            <a:rPr lang="en-US" sz="900" b="1" smtClean="0"/>
                            <a:t>props</a:t>
                          </a:r>
                          <a:endParaRPr lang="ru-RU" sz="900" b="1"/>
                        </a:p>
                      </p:txBody>
                    </p:sp>
                  </p:grpSp>
                </p:grpSp>
                <p:grpSp>
                  <p:nvGrpSpPr>
                    <p:cNvPr id="322" name="Группа 321"/>
                    <p:cNvGrpSpPr/>
                    <p:nvPr/>
                  </p:nvGrpSpPr>
                  <p:grpSpPr>
                    <a:xfrm>
                      <a:off x="428565" y="2443135"/>
                      <a:ext cx="3571900" cy="249118"/>
                      <a:chOff x="631887" y="4657712"/>
                      <a:chExt cx="3571900" cy="249118"/>
                    </a:xfrm>
                  </p:grpSpPr>
                  <p:sp>
                    <p:nvSpPr>
                      <p:cNvPr id="319" name="Прямоугольник 318"/>
                      <p:cNvSpPr/>
                      <p:nvPr/>
                    </p:nvSpPr>
                    <p:spPr>
                      <a:xfrm>
                        <a:off x="631887" y="4657713"/>
                        <a:ext cx="1167736" cy="249117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>
                          <a:buFont typeface="Arial" pitchFamily="34" charset="0"/>
                          <a:buChar char="•"/>
                        </a:pPr>
                        <a:r>
                          <a:rPr lang="en-US" sz="900" smtClean="0">
                            <a:solidFill>
                              <a:schemeClr val="tx1"/>
                            </a:solidFill>
                          </a:rPr>
                          <a:t>counter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320" name="Прямоугольник 319"/>
                      <p:cNvSpPr/>
                      <p:nvPr/>
                    </p:nvSpPr>
                    <p:spPr>
                      <a:xfrm>
                        <a:off x="1785887" y="4657713"/>
                        <a:ext cx="1153999" cy="249117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900"/>
                          <a:t>0</a:t>
                        </a:r>
                        <a:endParaRPr lang="ru-RU" sz="900"/>
                      </a:p>
                    </p:txBody>
                  </p:sp>
                  <p:sp>
                    <p:nvSpPr>
                      <p:cNvPr id="321" name="Прямоугольник 320"/>
                      <p:cNvSpPr/>
                      <p:nvPr/>
                    </p:nvSpPr>
                    <p:spPr>
                      <a:xfrm>
                        <a:off x="2939884" y="4657712"/>
                        <a:ext cx="1263903" cy="249117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900" smtClean="0"/>
                          <a:t>num</a:t>
                        </a:r>
                        <a:endParaRPr lang="ru-RU" sz="900"/>
                      </a:p>
                    </p:txBody>
                  </p:sp>
                </p:grpSp>
                <p:grpSp>
                  <p:nvGrpSpPr>
                    <p:cNvPr id="326" name="Группа 325"/>
                    <p:cNvGrpSpPr/>
                    <p:nvPr/>
                  </p:nvGrpSpPr>
                  <p:grpSpPr>
                    <a:xfrm>
                      <a:off x="428565" y="2657449"/>
                      <a:ext cx="3571900" cy="498233"/>
                      <a:chOff x="580965" y="2099130"/>
                      <a:chExt cx="3571900" cy="498233"/>
                    </a:xfrm>
                  </p:grpSpPr>
                  <p:sp>
                    <p:nvSpPr>
                      <p:cNvPr id="323" name="Прямоугольник 322"/>
                      <p:cNvSpPr/>
                      <p:nvPr/>
                    </p:nvSpPr>
                    <p:spPr>
                      <a:xfrm>
                        <a:off x="580965" y="2099132"/>
                        <a:ext cx="1167736" cy="49823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>
                          <a:buFont typeface="Arial" pitchFamily="34" charset="0"/>
                          <a:buChar char="•"/>
                        </a:pPr>
                        <a:r>
                          <a:rPr lang="en-US" sz="900" smtClean="0">
                            <a:solidFill>
                              <a:schemeClr val="tx1"/>
                            </a:solidFill>
                          </a:rPr>
                          <a:t>styleAnswer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324" name="Прямоугольник 323"/>
                      <p:cNvSpPr/>
                      <p:nvPr/>
                    </p:nvSpPr>
                    <p:spPr>
                      <a:xfrm>
                        <a:off x="1734965" y="2099132"/>
                        <a:ext cx="1153999" cy="49823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{</a:t>
                        </a:r>
                      </a:p>
                      <a:p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flag: false</a:t>
                        </a:r>
                      </a:p>
                      <a:p>
                        <a:r>
                          <a:rPr lang="en-US" sz="900" b="0" baseline="0" smtClean="0">
                            <a:solidFill>
                              <a:schemeClr val="tx1"/>
                            </a:solidFill>
                          </a:rPr>
                          <a:t>}</a:t>
                        </a:r>
                        <a:endParaRPr lang="ru-RU" sz="900" b="0" baseline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sp>
                    <p:nvSpPr>
                      <p:cNvPr id="325" name="Прямоугольник 324"/>
                      <p:cNvSpPr/>
                      <p:nvPr/>
                    </p:nvSpPr>
                    <p:spPr>
                      <a:xfrm>
                        <a:off x="2888962" y="2099130"/>
                        <a:ext cx="1263903" cy="49823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lIns="58299" tIns="29149" rIns="58299" bIns="29149" rtlCol="0" anchor="ctr"/>
                      <a:lstStyle/>
                      <a:p>
                        <a:pPr algn="ctr"/>
                        <a:r>
                          <a:rPr lang="en-US" sz="900" smtClean="0"/>
                          <a:t>bool</a:t>
                        </a:r>
                        <a:endParaRPr lang="ru-RU" sz="900"/>
                      </a:p>
                    </p:txBody>
                  </p:sp>
                </p:grpSp>
              </p:grpSp>
              <p:grpSp>
                <p:nvGrpSpPr>
                  <p:cNvPr id="332" name="Группа 331"/>
                  <p:cNvGrpSpPr/>
                  <p:nvPr/>
                </p:nvGrpSpPr>
                <p:grpSpPr>
                  <a:xfrm>
                    <a:off x="428565" y="3408463"/>
                    <a:ext cx="3571900" cy="249118"/>
                    <a:chOff x="406584" y="3371829"/>
                    <a:chExt cx="3571900" cy="249118"/>
                  </a:xfrm>
                </p:grpSpPr>
                <p:sp>
                  <p:nvSpPr>
                    <p:cNvPr id="329" name="Прямоугольник 328"/>
                    <p:cNvSpPr/>
                    <p:nvPr/>
                  </p:nvSpPr>
                  <p:spPr>
                    <a:xfrm>
                      <a:off x="406584" y="3371830"/>
                      <a:ext cx="1167736" cy="249117"/>
                    </a:xfrm>
                    <a:prstGeom prst="rect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selectedItem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30" name="Прямоугольник 329"/>
                    <p:cNvSpPr/>
                    <p:nvPr/>
                  </p:nvSpPr>
                  <p:spPr>
                    <a:xfrm>
                      <a:off x="1560584" y="3371830"/>
                      <a:ext cx="115399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null</a:t>
                      </a:r>
                      <a:endParaRPr lang="ru-RU" sz="900"/>
                    </a:p>
                  </p:txBody>
                </p:sp>
                <p:sp>
                  <p:nvSpPr>
                    <p:cNvPr id="331" name="Прямоугольник 330"/>
                    <p:cNvSpPr/>
                    <p:nvPr/>
                  </p:nvSpPr>
                  <p:spPr>
                    <a:xfrm>
                      <a:off x="2714581" y="3371829"/>
                      <a:ext cx="1263903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</p:grpSp>
          </p:grpSp>
          <p:grpSp>
            <p:nvGrpSpPr>
              <p:cNvPr id="582" name="Группа 581"/>
              <p:cNvGrpSpPr/>
              <p:nvPr/>
            </p:nvGrpSpPr>
            <p:grpSpPr>
              <a:xfrm>
                <a:off x="-3929153" y="10515629"/>
                <a:ext cx="2928955" cy="249118"/>
                <a:chOff x="-8322039" y="10372753"/>
                <a:chExt cx="2928955" cy="249118"/>
              </a:xfrm>
            </p:grpSpPr>
            <p:sp>
              <p:nvSpPr>
                <p:cNvPr id="583" name="Прямоугольник 582"/>
                <p:cNvSpPr/>
                <p:nvPr/>
              </p:nvSpPr>
              <p:spPr>
                <a:xfrm>
                  <a:off x="-8322039" y="10372754"/>
                  <a:ext cx="95754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questionLength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84" name="Прямоугольник 583"/>
                <p:cNvSpPr/>
                <p:nvPr/>
              </p:nvSpPr>
              <p:spPr>
                <a:xfrm>
                  <a:off x="-7375760" y="10372754"/>
                  <a:ext cx="946278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585" name="Прямоугольник 584"/>
                <p:cNvSpPr/>
                <p:nvPr/>
              </p:nvSpPr>
              <p:spPr>
                <a:xfrm>
                  <a:off x="-6429483" y="10372753"/>
                  <a:ext cx="10363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</p:grpSp>
      </p:grpSp>
      <p:cxnSp>
        <p:nvCxnSpPr>
          <p:cNvPr id="591" name="Соединительная линия уступом 590"/>
          <p:cNvCxnSpPr>
            <a:stCxn id="585" idx="3"/>
            <a:endCxn id="370" idx="1"/>
          </p:cNvCxnSpPr>
          <p:nvPr/>
        </p:nvCxnSpPr>
        <p:spPr>
          <a:xfrm flipV="1">
            <a:off x="-1000198" y="8139126"/>
            <a:ext cx="6429423" cy="12151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8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9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1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1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5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342" idx="1"/>
          </p:cNvCxnSpPr>
          <p:nvPr/>
        </p:nvCxnSpPr>
        <p:spPr>
          <a:xfrm flipV="1">
            <a:off x="-1011358" y="2442670"/>
            <a:ext cx="1500369" cy="29818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162"/>
          <p:cNvGrpSpPr/>
          <p:nvPr/>
        </p:nvGrpSpPr>
        <p:grpSpPr>
          <a:xfrm>
            <a:off x="489011" y="666709"/>
            <a:ext cx="3663857" cy="1918372"/>
            <a:chOff x="336611" y="442871"/>
            <a:chExt cx="3663857" cy="1677886"/>
          </a:xfrm>
        </p:grpSpPr>
        <p:grpSp>
          <p:nvGrpSpPr>
            <p:cNvPr id="333" name="Группа 81"/>
            <p:cNvGrpSpPr/>
            <p:nvPr/>
          </p:nvGrpSpPr>
          <p:grpSpPr>
            <a:xfrm>
              <a:off x="428564" y="442871"/>
              <a:ext cx="3571904" cy="934189"/>
              <a:chOff x="-500098" y="285734"/>
              <a:chExt cx="2653411" cy="1071571"/>
            </a:xfrm>
          </p:grpSpPr>
          <p:sp>
            <p:nvSpPr>
              <p:cNvPr id="347" name="TextBox 346"/>
              <p:cNvSpPr txBox="1"/>
              <p:nvPr/>
            </p:nvSpPr>
            <p:spPr>
              <a:xfrm>
                <a:off x="-500098" y="531565"/>
                <a:ext cx="318409" cy="26169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/>
                  <a:t>state</a:t>
                </a:r>
                <a:endParaRPr lang="ru-RU" sz="1100" b="1"/>
              </a:p>
            </p:txBody>
          </p:sp>
          <p:grpSp>
            <p:nvGrpSpPr>
              <p:cNvPr id="35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95" name="Прямоугольник 394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data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6" name="Прямоугольник 395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[]</a:t>
                  </a:r>
                  <a:endParaRPr lang="ru-RU" sz="1100"/>
                </a:p>
              </p:txBody>
            </p:sp>
            <p:sp>
              <p:nvSpPr>
                <p:cNvPr id="397" name="Прямоугольник 396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err="1" smtClean="0"/>
                    <a:t>arr</a:t>
                  </a:r>
                  <a:endParaRPr lang="ru-RU" sz="1100"/>
                </a:p>
              </p:txBody>
            </p:sp>
          </p:grpSp>
          <p:sp>
            <p:nvSpPr>
              <p:cNvPr id="359" name="TextBox 358"/>
              <p:cNvSpPr txBox="1"/>
              <p:nvPr/>
            </p:nvSpPr>
            <p:spPr>
              <a:xfrm>
                <a:off x="-500098" y="285734"/>
                <a:ext cx="2643206" cy="261695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Example</a:t>
                </a:r>
                <a:endParaRPr lang="ru-RU" sz="1100" b="1"/>
              </a:p>
            </p:txBody>
          </p:sp>
        </p:grpSp>
        <p:grpSp>
          <p:nvGrpSpPr>
            <p:cNvPr id="337" name="Группа 161"/>
            <p:cNvGrpSpPr/>
            <p:nvPr/>
          </p:nvGrpSpPr>
          <p:grpSpPr>
            <a:xfrm>
              <a:off x="336611" y="1657326"/>
              <a:ext cx="3571900" cy="463431"/>
              <a:chOff x="325619" y="2014516"/>
              <a:chExt cx="3571900" cy="463431"/>
            </a:xfrm>
          </p:grpSpPr>
          <p:sp>
            <p:nvSpPr>
              <p:cNvPr id="342" name="Прямоугольник 341"/>
              <p:cNvSpPr/>
              <p:nvPr/>
            </p:nvSpPr>
            <p:spPr>
              <a:xfrm>
                <a:off x="325619" y="2228830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rgbClr val="FF0000"/>
                    </a:solidFill>
                  </a:rPr>
                  <a:t>quizView- </a:t>
                </a:r>
                <a:r>
                  <a:rPr lang="ru-RU" sz="1100" b="0" baseline="0" smtClean="0">
                    <a:solidFill>
                      <a:srgbClr val="FF0000"/>
                    </a:solidFill>
                  </a:rPr>
                  <a:t>не</a:t>
                </a:r>
                <a:r>
                  <a:rPr lang="ru-RU" sz="1100" b="0" smtClean="0">
                    <a:solidFill>
                      <a:srgbClr val="FF0000"/>
                    </a:solidFill>
                  </a:rPr>
                  <a:t> подкл</a:t>
                </a:r>
                <a:endParaRPr lang="ru-RU" sz="11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4" name="Прямоугольник 343"/>
              <p:cNvSpPr/>
              <p:nvPr/>
            </p:nvSpPr>
            <p:spPr>
              <a:xfrm>
                <a:off x="1479619" y="2228829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</a:t>
                </a:r>
                <a:endParaRPr lang="ru-RU" sz="1100"/>
              </a:p>
            </p:txBody>
          </p:sp>
          <p:sp>
            <p:nvSpPr>
              <p:cNvPr id="345" name="Прямоугольник 344"/>
              <p:cNvSpPr/>
              <p:nvPr/>
            </p:nvSpPr>
            <p:spPr>
              <a:xfrm>
                <a:off x="2633616" y="2228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  <p:sp>
            <p:nvSpPr>
              <p:cNvPr id="346" name="TextBox 345"/>
              <p:cNvSpPr txBox="1"/>
              <p:nvPr/>
            </p:nvSpPr>
            <p:spPr>
              <a:xfrm>
                <a:off x="336611" y="2014516"/>
                <a:ext cx="846264" cy="22814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props</a:t>
                </a:r>
                <a:endParaRPr lang="ru-RU" sz="1100" b="1"/>
              </a:p>
            </p:txBody>
          </p:sp>
        </p:grpSp>
      </p:grpSp>
      <p:grpSp>
        <p:nvGrpSpPr>
          <p:cNvPr id="466" name="Группа 465"/>
          <p:cNvGrpSpPr/>
          <p:nvPr/>
        </p:nvGrpSpPr>
        <p:grpSpPr>
          <a:xfrm>
            <a:off x="5621558" y="2728887"/>
            <a:ext cx="3665319" cy="2650533"/>
            <a:chOff x="5621558" y="2728887"/>
            <a:chExt cx="3665319" cy="2650533"/>
          </a:xfrm>
        </p:grpSpPr>
        <p:grpSp>
          <p:nvGrpSpPr>
            <p:cNvPr id="26" name="Группа 332"/>
            <p:cNvGrpSpPr/>
            <p:nvPr/>
          </p:nvGrpSpPr>
          <p:grpSpPr>
            <a:xfrm>
              <a:off x="5621558" y="2728887"/>
              <a:ext cx="3665319" cy="2357453"/>
              <a:chOff x="335146" y="2514573"/>
              <a:chExt cx="3665319" cy="2357453"/>
            </a:xfrm>
          </p:grpSpPr>
          <p:grpSp>
            <p:nvGrpSpPr>
              <p:cNvPr id="28" name="Группа 162"/>
              <p:cNvGrpSpPr/>
              <p:nvPr/>
            </p:nvGrpSpPr>
            <p:grpSpPr>
              <a:xfrm>
                <a:off x="357127" y="2514573"/>
                <a:ext cx="3643338" cy="2357453"/>
                <a:chOff x="357127" y="2443135"/>
                <a:chExt cx="3643338" cy="2357453"/>
              </a:xfrm>
            </p:grpSpPr>
            <p:grpSp>
              <p:nvGrpSpPr>
                <p:cNvPr id="29" name="Группа 81"/>
                <p:cNvGrpSpPr/>
                <p:nvPr/>
              </p:nvGrpSpPr>
              <p:grpSpPr>
                <a:xfrm>
                  <a:off x="357127" y="2443135"/>
                  <a:ext cx="3629600" cy="2357453"/>
                  <a:chOff x="-553166" y="2580160"/>
                  <a:chExt cx="2696274" cy="2704144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53166" y="2825991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36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ClickHandler</a:t>
                      </a: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idx</a:t>
                      </a:r>
                      <a:endParaRPr lang="ru-RU" sz="11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53166" y="2580160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</a:t>
                    </a:r>
                    <a:endParaRPr lang="ru-RU" sz="1100" b="1"/>
                  </a:p>
                </p:txBody>
              </p:sp>
            </p:grpSp>
            <p:grpSp>
              <p:nvGrpSpPr>
                <p:cNvPr id="37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smtClean="0">
                        <a:solidFill>
                          <a:schemeClr val="tx1"/>
                        </a:solidFill>
                      </a:rPr>
                      <a:t>data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[]</a:t>
                    </a:r>
                    <a:endParaRPr lang="ru-RU" sz="11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arr</a:t>
                    </a:r>
                    <a:endParaRPr lang="ru-RU" sz="11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grpSp>
            <p:nvGrpSpPr>
              <p:cNvPr id="41" name="Группа 331"/>
              <p:cNvGrpSpPr/>
              <p:nvPr/>
            </p:nvGrpSpPr>
            <p:grpSpPr>
              <a:xfrm>
                <a:off x="335146" y="3014639"/>
                <a:ext cx="3571900" cy="249118"/>
                <a:chOff x="313165" y="2978005"/>
                <a:chExt cx="3571900" cy="249118"/>
              </a:xfrm>
            </p:grpSpPr>
            <p:sp>
              <p:nvSpPr>
                <p:cNvPr id="329" name="Прямоугольник 328"/>
                <p:cNvSpPr/>
                <p:nvPr/>
              </p:nvSpPr>
              <p:spPr>
                <a:xfrm>
                  <a:off x="313165" y="2978006"/>
                  <a:ext cx="1167736" cy="24911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selectedItem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0" name="Прямоугольник 329"/>
                <p:cNvSpPr/>
                <p:nvPr/>
              </p:nvSpPr>
              <p:spPr>
                <a:xfrm>
                  <a:off x="1467165" y="2978006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null/idx</a:t>
                  </a:r>
                  <a:endParaRPr lang="ru-RU" sz="1100"/>
                </a:p>
              </p:txBody>
            </p:sp>
            <p:sp>
              <p:nvSpPr>
                <p:cNvPr id="331" name="Прямоугольник 330"/>
                <p:cNvSpPr/>
                <p:nvPr/>
              </p:nvSpPr>
              <p:spPr>
                <a:xfrm>
                  <a:off x="2621162" y="2978005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num</a:t>
                  </a:r>
                  <a:endParaRPr lang="ru-RU" sz="1100"/>
                </a:p>
              </p:txBody>
            </p:sp>
          </p:grpSp>
        </p:grpSp>
        <p:sp>
          <p:nvSpPr>
            <p:cNvPr id="403" name="Прямоугольник 402"/>
            <p:cNvSpPr/>
            <p:nvPr/>
          </p:nvSpPr>
          <p:spPr>
            <a:xfrm>
              <a:off x="5714977" y="5086341"/>
              <a:ext cx="85725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800" b="0" baseline="0" smtClean="0">
                  <a:solidFill>
                    <a:schemeClr val="tx1"/>
                  </a:solidFill>
                </a:rPr>
                <a:t>map</a:t>
              </a:r>
              <a:endParaRPr lang="ru-RU" sz="800" b="0" baseline="0">
                <a:solidFill>
                  <a:schemeClr val="tx1"/>
                </a:solidFill>
              </a:endParaRPr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6572233" y="5086341"/>
              <a:ext cx="2714644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cxnSp>
        <p:nvCxnSpPr>
          <p:cNvPr id="455" name="Соединительная линия уступом 454"/>
          <p:cNvCxnSpPr>
            <a:stCxn id="77" idx="1"/>
            <a:endCxn id="329" idx="1"/>
          </p:cNvCxnSpPr>
          <p:nvPr/>
        </p:nvCxnSpPr>
        <p:spPr>
          <a:xfrm rot="10800000">
            <a:off x="5621559" y="3353513"/>
            <a:ext cx="93419" cy="1608270"/>
          </a:xfrm>
          <a:prstGeom prst="bentConnector3">
            <a:avLst>
              <a:gd name="adj1" fmla="val 85687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03" idx="1"/>
            <a:endCxn id="157" idx="1"/>
          </p:cNvCxnSpPr>
          <p:nvPr/>
        </p:nvCxnSpPr>
        <p:spPr>
          <a:xfrm rot="10800000">
            <a:off x="5714977" y="4282207"/>
            <a:ext cx="1588" cy="950675"/>
          </a:xfrm>
          <a:prstGeom prst="bentConnector3">
            <a:avLst>
              <a:gd name="adj1" fmla="val 30464808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Соединительная линия уступом 461"/>
          <p:cNvCxnSpPr>
            <a:stCxn id="159" idx="3"/>
            <a:endCxn id="423" idx="1"/>
          </p:cNvCxnSpPr>
          <p:nvPr/>
        </p:nvCxnSpPr>
        <p:spPr>
          <a:xfrm flipV="1">
            <a:off x="9286877" y="2424818"/>
            <a:ext cx="846264" cy="185738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467"/>
          <p:cNvCxnSpPr>
            <a:stCxn id="159" idx="3"/>
            <a:endCxn id="463" idx="1"/>
          </p:cNvCxnSpPr>
          <p:nvPr/>
        </p:nvCxnSpPr>
        <p:spPr>
          <a:xfrm flipV="1">
            <a:off x="9286877" y="2710570"/>
            <a:ext cx="846264" cy="157163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Соединительная линия уступом 475"/>
          <p:cNvCxnSpPr>
            <a:stCxn id="159" idx="3"/>
            <a:endCxn id="469" idx="1"/>
          </p:cNvCxnSpPr>
          <p:nvPr/>
        </p:nvCxnSpPr>
        <p:spPr>
          <a:xfrm flipV="1">
            <a:off x="9286877" y="2996322"/>
            <a:ext cx="846264" cy="128588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477"/>
          <p:cNvCxnSpPr>
            <a:stCxn id="159" idx="3"/>
            <a:endCxn id="472" idx="1"/>
          </p:cNvCxnSpPr>
          <p:nvPr/>
        </p:nvCxnSpPr>
        <p:spPr>
          <a:xfrm flipV="1">
            <a:off x="9286877" y="3282074"/>
            <a:ext cx="857256" cy="100013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9" name="Группа 508"/>
          <p:cNvGrpSpPr/>
          <p:nvPr/>
        </p:nvGrpSpPr>
        <p:grpSpPr>
          <a:xfrm>
            <a:off x="10133141" y="800061"/>
            <a:ext cx="3657627" cy="5821281"/>
            <a:chOff x="10133141" y="800061"/>
            <a:chExt cx="3657627" cy="5821281"/>
          </a:xfrm>
        </p:grpSpPr>
        <p:grpSp>
          <p:nvGrpSpPr>
            <p:cNvPr id="479" name="Группа 478"/>
            <p:cNvGrpSpPr/>
            <p:nvPr/>
          </p:nvGrpSpPr>
          <p:grpSpPr>
            <a:xfrm>
              <a:off x="10133141" y="800061"/>
              <a:ext cx="3582895" cy="3106638"/>
              <a:chOff x="10133141" y="800061"/>
              <a:chExt cx="3582895" cy="3106638"/>
            </a:xfrm>
          </p:grpSpPr>
          <p:grpSp>
            <p:nvGrpSpPr>
              <p:cNvPr id="412" name="Группа 162"/>
              <p:cNvGrpSpPr/>
              <p:nvPr/>
            </p:nvGrpSpPr>
            <p:grpSpPr>
              <a:xfrm>
                <a:off x="10133141" y="800061"/>
                <a:ext cx="3582895" cy="3106638"/>
                <a:chOff x="417573" y="442871"/>
                <a:chExt cx="3582895" cy="3106638"/>
              </a:xfrm>
            </p:grpSpPr>
            <p:grpSp>
              <p:nvGrpSpPr>
                <p:cNvPr id="421" name="Группа 81"/>
                <p:cNvGrpSpPr/>
                <p:nvPr/>
              </p:nvGrpSpPr>
              <p:grpSpPr>
                <a:xfrm>
                  <a:off x="425199" y="442871"/>
                  <a:ext cx="3575269" cy="3106638"/>
                  <a:chOff x="-502598" y="285734"/>
                  <a:chExt cx="2655911" cy="3563499"/>
                </a:xfrm>
              </p:grpSpPr>
              <p:sp>
                <p:nvSpPr>
                  <p:cNvPr id="427" name="TextBox 16"/>
                  <p:cNvSpPr txBox="1"/>
                  <p:nvPr/>
                </p:nvSpPr>
                <p:spPr>
                  <a:xfrm>
                    <a:off x="-500098" y="531565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428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49" name="Прямоугольник 44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hover_flag</a:t>
                      </a:r>
                      <a:endParaRPr lang="ru-RU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50" name="Прямоугольник 44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false</a:t>
                      </a:r>
                      <a:endParaRPr lang="ru-RU" sz="1100"/>
                    </a:p>
                  </p:txBody>
                </p:sp>
                <p:sp>
                  <p:nvSpPr>
                    <p:cNvPr id="451" name="Прямоугольник 45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bool</a:t>
                      </a:r>
                      <a:endParaRPr lang="ru-RU" sz="1100"/>
                    </a:p>
                  </p:txBody>
                </p:sp>
              </p:grpSp>
              <p:grpSp>
                <p:nvGrpSpPr>
                  <p:cNvPr id="433" name="Группа 75"/>
                  <p:cNvGrpSpPr/>
                  <p:nvPr/>
                </p:nvGrpSpPr>
                <p:grpSpPr>
                  <a:xfrm>
                    <a:off x="-502598" y="3563480"/>
                    <a:ext cx="2643206" cy="285753"/>
                    <a:chOff x="784086" y="4206422"/>
                    <a:chExt cx="1797005" cy="285753"/>
                  </a:xfrm>
                </p:grpSpPr>
                <p:sp>
                  <p:nvSpPr>
                    <p:cNvPr id="435" name="Прямоугольник 434"/>
                    <p:cNvSpPr/>
                    <p:nvPr/>
                  </p:nvSpPr>
                  <p:spPr>
                    <a:xfrm>
                      <a:off x="784086" y="4206423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hoverEvent()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6" name="Прямоугольник 435"/>
                    <p:cNvSpPr/>
                    <p:nvPr/>
                  </p:nvSpPr>
                  <p:spPr>
                    <a:xfrm>
                      <a:off x="1723835" y="4206422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100"/>
                    </a:p>
                  </p:txBody>
                </p:sp>
              </p:grpSp>
              <p:sp>
                <p:nvSpPr>
                  <p:cNvPr id="434" name="TextBox 433"/>
                  <p:cNvSpPr txBox="1"/>
                  <p:nvPr/>
                </p:nvSpPr>
                <p:spPr>
                  <a:xfrm>
                    <a:off x="-500098" y="285734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ListItem</a:t>
                    </a:r>
                    <a:endParaRPr lang="ru-RU" sz="1100" b="1"/>
                  </a:p>
                </p:txBody>
              </p:sp>
            </p:grpSp>
            <p:grpSp>
              <p:nvGrpSpPr>
                <p:cNvPr id="422" name="Группа 161"/>
                <p:cNvGrpSpPr/>
                <p:nvPr/>
              </p:nvGrpSpPr>
              <p:grpSpPr>
                <a:xfrm>
                  <a:off x="417573" y="1728755"/>
                  <a:ext cx="3571900" cy="463431"/>
                  <a:chOff x="406581" y="2085945"/>
                  <a:chExt cx="3571900" cy="463431"/>
                </a:xfrm>
              </p:grpSpPr>
              <p:sp>
                <p:nvSpPr>
                  <p:cNvPr id="423" name="Прямоугольник 422"/>
                  <p:cNvSpPr/>
                  <p:nvPr/>
                </p:nvSpPr>
                <p:spPr>
                  <a:xfrm>
                    <a:off x="406581" y="2300259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b="0" baseline="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4" name="Прямоугольник 423"/>
                  <p:cNvSpPr/>
                  <p:nvPr/>
                </p:nvSpPr>
                <p:spPr>
                  <a:xfrm>
                    <a:off x="1560581" y="2300259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1</a:t>
                    </a:r>
                    <a:endParaRPr lang="ru-RU" sz="1100"/>
                  </a:p>
                </p:txBody>
              </p:sp>
              <p:sp>
                <p:nvSpPr>
                  <p:cNvPr id="425" name="Прямоугольник 424"/>
                  <p:cNvSpPr/>
                  <p:nvPr/>
                </p:nvSpPr>
                <p:spPr>
                  <a:xfrm>
                    <a:off x="2714578" y="2300258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num</a:t>
                    </a:r>
                    <a:endParaRPr lang="ru-RU" sz="1100"/>
                  </a:p>
                </p:txBody>
              </p:sp>
              <p:sp>
                <p:nvSpPr>
                  <p:cNvPr id="426" name="TextBox 425"/>
                  <p:cNvSpPr txBox="1"/>
                  <p:nvPr/>
                </p:nvSpPr>
                <p:spPr>
                  <a:xfrm>
                    <a:off x="417573" y="2085945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sp>
            <p:nvSpPr>
              <p:cNvPr id="463" name="Прямоугольник 462"/>
              <p:cNvSpPr/>
              <p:nvPr/>
            </p:nvSpPr>
            <p:spPr>
              <a:xfrm>
                <a:off x="10133141" y="2586011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name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4" name="Прямоугольник 463"/>
              <p:cNvSpPr/>
              <p:nvPr/>
            </p:nvSpPr>
            <p:spPr>
              <a:xfrm>
                <a:off x="11287141" y="2586011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“”</a:t>
                </a:r>
                <a:endParaRPr lang="ru-RU" sz="1100"/>
              </a:p>
            </p:txBody>
          </p:sp>
          <p:sp>
            <p:nvSpPr>
              <p:cNvPr id="465" name="Прямоугольник 464"/>
              <p:cNvSpPr/>
              <p:nvPr/>
            </p:nvSpPr>
            <p:spPr>
              <a:xfrm>
                <a:off x="12441138" y="2586010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str</a:t>
                </a:r>
                <a:endParaRPr lang="ru-RU" sz="1100"/>
              </a:p>
            </p:txBody>
          </p:sp>
          <p:sp>
            <p:nvSpPr>
              <p:cNvPr id="469" name="Прямоугольник 468"/>
              <p:cNvSpPr/>
              <p:nvPr/>
            </p:nvSpPr>
            <p:spPr>
              <a:xfrm>
                <a:off x="10133141" y="2871763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chemeClr val="tx1"/>
                    </a:solidFill>
                  </a:rPr>
                  <a:t>onClick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0" name="Прямоугольник 469"/>
              <p:cNvSpPr/>
              <p:nvPr/>
            </p:nvSpPr>
            <p:spPr>
              <a:xfrm>
                <a:off x="11287141" y="2871763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100"/>
              </a:p>
            </p:txBody>
          </p:sp>
          <p:sp>
            <p:nvSpPr>
              <p:cNvPr id="471" name="Прямоугольник 470"/>
              <p:cNvSpPr/>
              <p:nvPr/>
            </p:nvSpPr>
            <p:spPr>
              <a:xfrm>
                <a:off x="12441138" y="2871762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func</a:t>
                </a:r>
                <a:endParaRPr lang="ru-RU" sz="1100"/>
              </a:p>
            </p:txBody>
          </p:sp>
          <p:sp>
            <p:nvSpPr>
              <p:cNvPr id="472" name="Прямоугольник 471"/>
              <p:cNvSpPr/>
              <p:nvPr/>
            </p:nvSpPr>
            <p:spPr>
              <a:xfrm>
                <a:off x="10144133" y="3157515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isSelected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3" name="Прямоугольник 472"/>
              <p:cNvSpPr/>
              <p:nvPr/>
            </p:nvSpPr>
            <p:spPr>
              <a:xfrm>
                <a:off x="11298133" y="3157515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true/false</a:t>
                </a:r>
                <a:endParaRPr lang="ru-RU" sz="1100"/>
              </a:p>
            </p:txBody>
          </p:sp>
          <p:sp>
            <p:nvSpPr>
              <p:cNvPr id="474" name="Прямоугольник 473"/>
              <p:cNvSpPr/>
              <p:nvPr/>
            </p:nvSpPr>
            <p:spPr>
              <a:xfrm>
                <a:off x="12452130" y="3157514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</p:grpSp>
        <p:cxnSp>
          <p:nvCxnSpPr>
            <p:cNvPr id="481" name="Соединительная линия уступом 480"/>
            <p:cNvCxnSpPr>
              <a:stCxn id="435" idx="1"/>
              <a:endCxn id="449" idx="1"/>
            </p:cNvCxnSpPr>
            <p:nvPr/>
          </p:nvCxnSpPr>
          <p:spPr>
            <a:xfrm rot="10800000" flipH="1">
              <a:off x="10140766" y="1360576"/>
              <a:ext cx="3366" cy="2421564"/>
            </a:xfrm>
            <a:prstGeom prst="bentConnector3">
              <a:avLst>
                <a:gd name="adj1" fmla="val -6791444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Прямоугольник 482"/>
            <p:cNvSpPr/>
            <p:nvPr/>
          </p:nvSpPr>
          <p:spPr>
            <a:xfrm>
              <a:off x="10140766" y="4157647"/>
              <a:ext cx="2546119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1100" smtClean="0">
                  <a:solidFill>
                    <a:schemeClr val="tx1"/>
                  </a:solidFill>
                </a:rPr>
                <a:t>render</a:t>
              </a:r>
              <a:endParaRPr lang="ru-RU" sz="1100" b="0" baseline="0">
                <a:solidFill>
                  <a:schemeClr val="tx1"/>
                </a:solidFill>
              </a:endParaRPr>
            </a:p>
          </p:txBody>
        </p:sp>
        <p:sp>
          <p:nvSpPr>
            <p:cNvPr id="484" name="Прямоугольник 483"/>
            <p:cNvSpPr/>
            <p:nvPr/>
          </p:nvSpPr>
          <p:spPr>
            <a:xfrm>
              <a:off x="12001521" y="4157647"/>
              <a:ext cx="1697413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100"/>
            </a:p>
          </p:txBody>
        </p:sp>
        <p:sp>
          <p:nvSpPr>
            <p:cNvPr id="486" name="Прямоугольник 485"/>
            <p:cNvSpPr/>
            <p:nvPr/>
          </p:nvSpPr>
          <p:spPr>
            <a:xfrm>
              <a:off x="11001389" y="4443399"/>
              <a:ext cx="1714512" cy="285752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58299" tIns="29149" rIns="58299" bIns="29149" rtlCol="0" anchor="ctr"/>
            <a:lstStyle/>
            <a:p>
              <a:r>
                <a:rPr lang="en-US" sz="1200" smtClean="0"/>
                <a:t>isSelected || hover_flag</a:t>
              </a:r>
              <a:endParaRPr lang="en-US" sz="1200"/>
            </a:p>
          </p:txBody>
        </p:sp>
        <p:cxnSp>
          <p:nvCxnSpPr>
            <p:cNvPr id="488" name="Соединительная линия уступом 487"/>
            <p:cNvCxnSpPr>
              <a:stCxn id="474" idx="3"/>
              <a:endCxn id="486" idx="3"/>
            </p:cNvCxnSpPr>
            <p:nvPr/>
          </p:nvCxnSpPr>
          <p:spPr>
            <a:xfrm flipH="1">
              <a:off x="12715901" y="3282073"/>
              <a:ext cx="1000132" cy="1304202"/>
            </a:xfrm>
            <a:prstGeom prst="bentConnector3">
              <a:avLst>
                <a:gd name="adj1" fmla="val -22857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Соединительная линия уступом 491"/>
            <p:cNvCxnSpPr>
              <a:stCxn id="451" idx="3"/>
              <a:endCxn id="486" idx="3"/>
            </p:cNvCxnSpPr>
            <p:nvPr/>
          </p:nvCxnSpPr>
          <p:spPr>
            <a:xfrm flipH="1">
              <a:off x="12715901" y="1360575"/>
              <a:ext cx="1000135" cy="3225700"/>
            </a:xfrm>
            <a:prstGeom prst="bentConnector3">
              <a:avLst>
                <a:gd name="adj1" fmla="val -70697"/>
              </a:avLst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Группа 507"/>
            <p:cNvGrpSpPr/>
            <p:nvPr/>
          </p:nvGrpSpPr>
          <p:grpSpPr>
            <a:xfrm>
              <a:off x="10144133" y="4943464"/>
              <a:ext cx="3646635" cy="1677878"/>
              <a:chOff x="10144133" y="4943464"/>
              <a:chExt cx="3646635" cy="1677878"/>
            </a:xfrm>
          </p:grpSpPr>
          <p:sp>
            <p:nvSpPr>
              <p:cNvPr id="494" name="Прямоугольник 493"/>
              <p:cNvSpPr/>
              <p:nvPr/>
            </p:nvSpPr>
            <p:spPr>
              <a:xfrm>
                <a:off x="10144133" y="5229217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onClick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5" name="Прямоугольник 494"/>
              <p:cNvSpPr/>
              <p:nvPr/>
            </p:nvSpPr>
            <p:spPr>
              <a:xfrm>
                <a:off x="11321213" y="5229217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496" name="Прямоугольник 495"/>
              <p:cNvSpPr/>
              <p:nvPr/>
            </p:nvSpPr>
            <p:spPr>
              <a:xfrm>
                <a:off x="12498290" y="5229216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497" name="Прямоугольник 496"/>
              <p:cNvSpPr/>
              <p:nvPr/>
            </p:nvSpPr>
            <p:spPr>
              <a:xfrm>
                <a:off x="10144133" y="4943464"/>
                <a:ext cx="642942" cy="285752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u="sng" smtClean="0"/>
                  <a:t>li</a:t>
                </a:r>
                <a:endParaRPr lang="ru-RU" sz="900" u="sng"/>
              </a:p>
            </p:txBody>
          </p:sp>
          <p:sp>
            <p:nvSpPr>
              <p:cNvPr id="498" name="Прямоугольник 497"/>
              <p:cNvSpPr/>
              <p:nvPr/>
            </p:nvSpPr>
            <p:spPr>
              <a:xfrm>
                <a:off x="10147430" y="5514970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onMouseEnter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9" name="Прямоугольник 498"/>
              <p:cNvSpPr/>
              <p:nvPr/>
            </p:nvSpPr>
            <p:spPr>
              <a:xfrm>
                <a:off x="11324510" y="5514970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0" name="Прямоугольник 499"/>
              <p:cNvSpPr/>
              <p:nvPr/>
            </p:nvSpPr>
            <p:spPr>
              <a:xfrm>
                <a:off x="12501587" y="5514969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1" name="Прямоугольник 500"/>
              <p:cNvSpPr/>
              <p:nvPr/>
            </p:nvSpPr>
            <p:spPr>
              <a:xfrm>
                <a:off x="10147430" y="5800722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onMousLeave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2" name="Прямоугольник 501"/>
              <p:cNvSpPr/>
              <p:nvPr/>
            </p:nvSpPr>
            <p:spPr>
              <a:xfrm>
                <a:off x="11324510" y="5800722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3" name="Прямоугольник 502"/>
              <p:cNvSpPr/>
              <p:nvPr/>
            </p:nvSpPr>
            <p:spPr>
              <a:xfrm>
                <a:off x="12501587" y="5800721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4" name="Прямоугольник 503"/>
              <p:cNvSpPr/>
              <p:nvPr/>
            </p:nvSpPr>
            <p:spPr>
              <a:xfrm>
                <a:off x="10147430" y="6086474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style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5" name="Прямоугольник 504"/>
              <p:cNvSpPr/>
              <p:nvPr/>
            </p:nvSpPr>
            <p:spPr>
              <a:xfrm>
                <a:off x="11324510" y="6086474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6" name="Прямоугольник 505"/>
              <p:cNvSpPr/>
              <p:nvPr/>
            </p:nvSpPr>
            <p:spPr>
              <a:xfrm>
                <a:off x="12501587" y="6086473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7" name="Прямоугольник 506"/>
              <p:cNvSpPr/>
              <p:nvPr/>
            </p:nvSpPr>
            <p:spPr>
              <a:xfrm>
                <a:off x="10144133" y="637222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name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511" name="Соединительная линия уступом 510"/>
          <p:cNvCxnSpPr>
            <a:stCxn id="471" idx="3"/>
            <a:endCxn id="496" idx="3"/>
          </p:cNvCxnSpPr>
          <p:nvPr/>
        </p:nvCxnSpPr>
        <p:spPr>
          <a:xfrm>
            <a:off x="13705041" y="2996321"/>
            <a:ext cx="82430" cy="2357454"/>
          </a:xfrm>
          <a:prstGeom prst="bentConnector3">
            <a:avLst>
              <a:gd name="adj1" fmla="val 3773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512"/>
          <p:cNvCxnSpPr>
            <a:stCxn id="436" idx="3"/>
            <a:endCxn id="500" idx="3"/>
          </p:cNvCxnSpPr>
          <p:nvPr/>
        </p:nvCxnSpPr>
        <p:spPr>
          <a:xfrm>
            <a:off x="13698934" y="3782140"/>
            <a:ext cx="91834" cy="1857388"/>
          </a:xfrm>
          <a:prstGeom prst="bentConnector3">
            <a:avLst>
              <a:gd name="adj1" fmla="val 476286"/>
            </a:avLst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515"/>
          <p:cNvCxnSpPr>
            <a:stCxn id="436" idx="3"/>
            <a:endCxn id="503" idx="3"/>
          </p:cNvCxnSpPr>
          <p:nvPr/>
        </p:nvCxnSpPr>
        <p:spPr>
          <a:xfrm>
            <a:off x="13698934" y="3782140"/>
            <a:ext cx="91834" cy="2143140"/>
          </a:xfrm>
          <a:prstGeom prst="bentConnector3">
            <a:avLst>
              <a:gd name="adj1" fmla="val 638378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518"/>
          <p:cNvCxnSpPr>
            <a:stCxn id="486" idx="2"/>
            <a:endCxn id="504" idx="1"/>
          </p:cNvCxnSpPr>
          <p:nvPr/>
        </p:nvCxnSpPr>
        <p:spPr>
          <a:xfrm rot="5400000">
            <a:off x="10262097" y="4614485"/>
            <a:ext cx="1481882" cy="1711215"/>
          </a:xfrm>
          <a:prstGeom prst="bentConnector4">
            <a:avLst>
              <a:gd name="adj1" fmla="val 4899"/>
              <a:gd name="adj2" fmla="val 113359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521"/>
          <p:cNvCxnSpPr>
            <a:stCxn id="465" idx="3"/>
            <a:endCxn id="507" idx="3"/>
          </p:cNvCxnSpPr>
          <p:nvPr/>
        </p:nvCxnSpPr>
        <p:spPr>
          <a:xfrm flipH="1">
            <a:off x="11335224" y="2710569"/>
            <a:ext cx="2369817" cy="3786215"/>
          </a:xfrm>
          <a:prstGeom prst="bentConnector3">
            <a:avLst>
              <a:gd name="adj1" fmla="val -7111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25"/>
          <p:cNvCxnSpPr>
            <a:stCxn id="397" idx="3"/>
            <a:endCxn id="157" idx="1"/>
          </p:cNvCxnSpPr>
          <p:nvPr/>
        </p:nvCxnSpPr>
        <p:spPr>
          <a:xfrm>
            <a:off x="4152868" y="1592381"/>
            <a:ext cx="1562109" cy="2689825"/>
          </a:xfrm>
          <a:prstGeom prst="bentConnector3">
            <a:avLst>
              <a:gd name="adj1" fmla="val 2549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Соединительная линия уступом 529"/>
          <p:cNvCxnSpPr>
            <a:stCxn id="494" idx="1"/>
            <a:endCxn id="78" idx="3"/>
          </p:cNvCxnSpPr>
          <p:nvPr/>
        </p:nvCxnSpPr>
        <p:spPr>
          <a:xfrm rot="10800000">
            <a:off x="9273139" y="4961784"/>
            <a:ext cx="870994" cy="39199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306"/>
          <p:cNvGrpSpPr/>
          <p:nvPr/>
        </p:nvGrpSpPr>
        <p:grpSpPr>
          <a:xfrm>
            <a:off x="-7395236" y="3871895"/>
            <a:ext cx="2894579" cy="2749447"/>
            <a:chOff x="-7395236" y="3871895"/>
            <a:chExt cx="2894579" cy="2749447"/>
          </a:xfrm>
        </p:grpSpPr>
        <p:grpSp>
          <p:nvGrpSpPr>
            <p:cNvPr id="7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8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9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0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1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12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3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4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5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95236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429483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63731" y="5657844"/>
              <a:ext cx="891636" cy="28575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326" name="Группа 126"/>
          <p:cNvGrpSpPr/>
          <p:nvPr/>
        </p:nvGrpSpPr>
        <p:grpSpPr>
          <a:xfrm>
            <a:off x="4929160" y="4657713"/>
            <a:ext cx="2846354" cy="928696"/>
            <a:chOff x="-500098" y="285734"/>
            <a:chExt cx="2653411" cy="1071571"/>
          </a:xfrm>
        </p:grpSpPr>
        <p:sp>
          <p:nvSpPr>
            <p:cNvPr id="359" name="TextBox 35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361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379" name="Прямоугольник 37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362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374" name="Прямоугольник 37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Прямоугольник 37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377" name="Прямоугольник 37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373" name="TextBox 372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AdminView</a:t>
              </a:r>
              <a:endParaRPr lang="ru-RU" sz="1400" b="1"/>
            </a:p>
          </p:txBody>
        </p:sp>
      </p:grpSp>
      <p:grpSp>
        <p:nvGrpSpPr>
          <p:cNvPr id="383" name="Группа 234"/>
          <p:cNvGrpSpPr/>
          <p:nvPr/>
        </p:nvGrpSpPr>
        <p:grpSpPr>
          <a:xfrm>
            <a:off x="785755" y="1300127"/>
            <a:ext cx="2846357" cy="1176346"/>
            <a:chOff x="-7572491" y="514309"/>
            <a:chExt cx="2846357" cy="1176346"/>
          </a:xfrm>
        </p:grpSpPr>
        <p:grpSp>
          <p:nvGrpSpPr>
            <p:cNvPr id="395" name="Группа 126"/>
            <p:cNvGrpSpPr/>
            <p:nvPr/>
          </p:nvGrpSpPr>
          <p:grpSpPr>
            <a:xfrm>
              <a:off x="-7572490" y="514309"/>
              <a:ext cx="2846354" cy="928696"/>
              <a:chOff x="-500098" y="285734"/>
              <a:chExt cx="2653411" cy="1071571"/>
            </a:xfrm>
          </p:grpSpPr>
          <p:sp>
            <p:nvSpPr>
              <p:cNvPr id="413" name="TextBox 41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1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20" name="Прямоугольник 41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categoryView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1" name="Прямоугольник 42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22" name="Прямоугольник 42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1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17" name="Прямоугольник 41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idCategory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8" name="Прямоугольник 41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19" name="Прямоугольник 41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16" name="TextBox 41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Admin</a:t>
                </a:r>
                <a:endParaRPr lang="ru-RU" sz="1400" b="1"/>
              </a:p>
            </p:txBody>
          </p:sp>
        </p:grpSp>
        <p:grpSp>
          <p:nvGrpSpPr>
            <p:cNvPr id="396" name="Группа 217"/>
            <p:cNvGrpSpPr/>
            <p:nvPr/>
          </p:nvGrpSpPr>
          <p:grpSpPr>
            <a:xfrm>
              <a:off x="-7572491" y="1443003"/>
              <a:ext cx="2846357" cy="247652"/>
              <a:chOff x="-7411412" y="2300259"/>
              <a:chExt cx="2846357" cy="247652"/>
            </a:xfrm>
          </p:grpSpPr>
          <p:sp>
            <p:nvSpPr>
              <p:cNvPr id="410" name="Прямоугольник 409"/>
              <p:cNvSpPr/>
              <p:nvPr/>
            </p:nvSpPr>
            <p:spPr>
              <a:xfrm>
                <a:off x="-7411412" y="230026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listExist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Прямоугольник 410"/>
              <p:cNvSpPr/>
              <p:nvPr/>
            </p:nvSpPr>
            <p:spPr>
              <a:xfrm>
                <a:off x="-6491819" y="230026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12" name="Прямоугольник 411"/>
              <p:cNvSpPr/>
              <p:nvPr/>
            </p:nvSpPr>
            <p:spPr>
              <a:xfrm>
                <a:off x="-5572227" y="230025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</p:grpSp>
      <p:grpSp>
        <p:nvGrpSpPr>
          <p:cNvPr id="428" name="Группа 126"/>
          <p:cNvGrpSpPr/>
          <p:nvPr/>
        </p:nvGrpSpPr>
        <p:grpSpPr>
          <a:xfrm>
            <a:off x="4857722" y="1657317"/>
            <a:ext cx="2846354" cy="928696"/>
            <a:chOff x="-500098" y="285734"/>
            <a:chExt cx="2653411" cy="1071571"/>
          </a:xfrm>
        </p:grpSpPr>
        <p:sp>
          <p:nvSpPr>
            <p:cNvPr id="445" name="TextBox 444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46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52" name="Прямоугольник 451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53" name="Прямоугольник 4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54" name="Прямоугольник 4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47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49" name="Прямоугольник 44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0" name="Прямоугольник 44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51" name="Прямоугольник 45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48" name="TextBox 447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AdminMenu</a:t>
              </a:r>
              <a:endParaRPr lang="ru-RU" sz="1400" b="1"/>
            </a:p>
          </p:txBody>
        </p:sp>
      </p:grpSp>
      <p:grpSp>
        <p:nvGrpSpPr>
          <p:cNvPr id="460" name="Группа 126"/>
          <p:cNvGrpSpPr/>
          <p:nvPr/>
        </p:nvGrpSpPr>
        <p:grpSpPr>
          <a:xfrm>
            <a:off x="8929688" y="4657713"/>
            <a:ext cx="2846354" cy="928696"/>
            <a:chOff x="-500098" y="285734"/>
            <a:chExt cx="2653411" cy="1071571"/>
          </a:xfrm>
        </p:grpSpPr>
        <p:sp>
          <p:nvSpPr>
            <p:cNvPr id="477" name="TextBox 476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78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84" name="Прямоугольник 48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85" name="Прямоугольник 48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86" name="Прямоугольник 48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79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81" name="Прямоугольник 48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2" name="Прямоугольник 48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83" name="Прямоугольник 48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80" name="TextBox 479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AdminQuizes</a:t>
              </a:r>
              <a:endParaRPr lang="ru-RU" sz="1400" b="1"/>
            </a:p>
          </p:txBody>
        </p:sp>
      </p:grpSp>
      <p:grpSp>
        <p:nvGrpSpPr>
          <p:cNvPr id="492" name="Группа 126"/>
          <p:cNvGrpSpPr/>
          <p:nvPr/>
        </p:nvGrpSpPr>
        <p:grpSpPr>
          <a:xfrm>
            <a:off x="9072563" y="9086869"/>
            <a:ext cx="2846355" cy="928696"/>
            <a:chOff x="-500099" y="285734"/>
            <a:chExt cx="2653412" cy="1071571"/>
          </a:xfrm>
        </p:grpSpPr>
        <p:sp>
          <p:nvSpPr>
            <p:cNvPr id="509" name="TextBox 50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1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16" name="Прямоугольник 515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17" name="Прямоугольник 516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18" name="Прямоугольник 517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1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13" name="Прямоугольник 51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4" name="Прямоугольник 51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15" name="Прямоугольник 51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12" name="TextBox 511"/>
            <p:cNvSpPr txBox="1"/>
            <p:nvPr/>
          </p:nvSpPr>
          <p:spPr>
            <a:xfrm>
              <a:off x="-500099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AdminUsers</a:t>
              </a:r>
              <a:endParaRPr lang="ru-RU" sz="1400" b="1"/>
            </a:p>
          </p:txBody>
        </p:sp>
      </p:grpSp>
      <p:grpSp>
        <p:nvGrpSpPr>
          <p:cNvPr id="493" name="Группа 217"/>
          <p:cNvGrpSpPr/>
          <p:nvPr/>
        </p:nvGrpSpPr>
        <p:grpSpPr>
          <a:xfrm>
            <a:off x="9072563" y="10015563"/>
            <a:ext cx="2846357" cy="247652"/>
            <a:chOff x="-7411412" y="2300259"/>
            <a:chExt cx="2846357" cy="247652"/>
          </a:xfrm>
        </p:grpSpPr>
        <p:sp>
          <p:nvSpPr>
            <p:cNvPr id="506" name="Прямоугольник 505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listExist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7" name="Прямоугольник 506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8" name="Прямоугольник 507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4" name="Группа 219"/>
          <p:cNvGrpSpPr/>
          <p:nvPr/>
        </p:nvGrpSpPr>
        <p:grpSpPr>
          <a:xfrm>
            <a:off x="9072563" y="10229877"/>
            <a:ext cx="2846357" cy="247652"/>
            <a:chOff x="-7411412" y="2300259"/>
            <a:chExt cx="2846357" cy="247652"/>
          </a:xfrm>
        </p:grpSpPr>
        <p:sp>
          <p:nvSpPr>
            <p:cNvPr id="503" name="Прямоугольник 502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idList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4" name="Прямоугольник 503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“”</a:t>
              </a:r>
              <a:endParaRPr lang="ru-RU" sz="1200"/>
            </a:p>
          </p:txBody>
        </p:sp>
        <p:sp>
          <p:nvSpPr>
            <p:cNvPr id="505" name="Прямоугольник 504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str</a:t>
              </a:r>
              <a:endParaRPr lang="ru-RU" sz="1200"/>
            </a:p>
          </p:txBody>
        </p:sp>
      </p:grpSp>
      <p:grpSp>
        <p:nvGrpSpPr>
          <p:cNvPr id="495" name="Группа 224"/>
          <p:cNvGrpSpPr/>
          <p:nvPr/>
        </p:nvGrpSpPr>
        <p:grpSpPr>
          <a:xfrm>
            <a:off x="9072563" y="10444191"/>
            <a:ext cx="2846357" cy="247652"/>
            <a:chOff x="-7411412" y="2300259"/>
            <a:chExt cx="2846357" cy="247652"/>
          </a:xfrm>
        </p:grpSpPr>
        <p:sp>
          <p:nvSpPr>
            <p:cNvPr id="500" name="Прямоугольник 499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1" name="Прямоугольник 500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2" name="Прямоугольник 501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6" name="Группа 229"/>
          <p:cNvGrpSpPr/>
          <p:nvPr/>
        </p:nvGrpSpPr>
        <p:grpSpPr>
          <a:xfrm>
            <a:off x="9072565" y="10658505"/>
            <a:ext cx="2989232" cy="247652"/>
            <a:chOff x="-7411412" y="2300259"/>
            <a:chExt cx="2846357" cy="247652"/>
          </a:xfrm>
        </p:grpSpPr>
        <p:sp>
          <p:nvSpPr>
            <p:cNvPr id="497" name="Прямоугольник 496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firstContentView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98" name="Прямоугольник 497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499" name="Прямоугольник 498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19" name="Группа 287"/>
          <p:cNvGrpSpPr/>
          <p:nvPr/>
        </p:nvGrpSpPr>
        <p:grpSpPr>
          <a:xfrm>
            <a:off x="12787339" y="10210784"/>
            <a:ext cx="2989234" cy="2390791"/>
            <a:chOff x="-3714839" y="514309"/>
            <a:chExt cx="2989234" cy="2390791"/>
          </a:xfrm>
        </p:grpSpPr>
        <p:grpSp>
          <p:nvGrpSpPr>
            <p:cNvPr id="520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24" name="Группа 126"/>
              <p:cNvGrpSpPr/>
              <p:nvPr/>
            </p:nvGrpSpPr>
            <p:grpSpPr>
              <a:xfrm>
                <a:off x="-7572490" y="514309"/>
                <a:ext cx="2906844" cy="928696"/>
                <a:chOff x="-500098" y="285734"/>
                <a:chExt cx="2709801" cy="1071571"/>
              </a:xfrm>
            </p:grpSpPr>
            <p:sp>
              <p:nvSpPr>
                <p:cNvPr id="541" name="TextBox 540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542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8" name="Прямоугольник 54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9" name="Прямоугольник 54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550" name="Прямоугольник 54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543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5" name="Прямоугольник 54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6" name="Прямоугольник 54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547" name="Прямоугольник 54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544" name="TextBox 543"/>
                <p:cNvSpPr txBox="1"/>
                <p:nvPr/>
              </p:nvSpPr>
              <p:spPr>
                <a:xfrm>
                  <a:off x="-433503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AdminTableQuestions</a:t>
                  </a:r>
                  <a:endParaRPr lang="ru-RU" sz="1400" b="1"/>
                </a:p>
              </p:txBody>
            </p:sp>
          </p:grpSp>
          <p:grpSp>
            <p:nvGrpSpPr>
              <p:cNvPr id="525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8" name="Прямоугольник 537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9" name="Прямоугольник 538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40" name="Прямоугольник 539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6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5" name="Прямоугольник 534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6" name="Прямоугольник 535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537" name="Прямоугольник 536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27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2" name="Прямоугольник 53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3" name="Прямоугольник 5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34" name="Прямоугольник 5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8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29" name="Прямоугольник 52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0" name="Прямоугольник 52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31" name="Прямоугольник 53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21" name="Прямоугольник 520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22" name="Прямоугольник 521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23" name="Прямоугольник 522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56" name="Группа 126"/>
          <p:cNvGrpSpPr/>
          <p:nvPr/>
        </p:nvGrpSpPr>
        <p:grpSpPr>
          <a:xfrm>
            <a:off x="12653988" y="4881551"/>
            <a:ext cx="2846354" cy="928696"/>
            <a:chOff x="-500098" y="285734"/>
            <a:chExt cx="2653411" cy="1071571"/>
          </a:xfrm>
        </p:grpSpPr>
        <p:sp>
          <p:nvSpPr>
            <p:cNvPr id="573" name="TextBox 572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80" name="Прямоугольник 5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Прямоугольник 5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82" name="Прямоугольник 5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75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7" name="Прямоугольник 57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8" name="Прямоугольник 57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79" name="Прямоугольник 57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76" name="TextBox 57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AdminTableCategories</a:t>
              </a:r>
              <a:endParaRPr lang="ru-RU" sz="1400" b="1"/>
            </a:p>
          </p:txBody>
        </p:sp>
      </p:grpSp>
      <p:grpSp>
        <p:nvGrpSpPr>
          <p:cNvPr id="583" name="Группа 287"/>
          <p:cNvGrpSpPr/>
          <p:nvPr/>
        </p:nvGrpSpPr>
        <p:grpSpPr>
          <a:xfrm>
            <a:off x="12787339" y="7515233"/>
            <a:ext cx="2989234" cy="2390791"/>
            <a:chOff x="-3714839" y="514309"/>
            <a:chExt cx="2989234" cy="2390791"/>
          </a:xfrm>
        </p:grpSpPr>
        <p:grpSp>
          <p:nvGrpSpPr>
            <p:cNvPr id="584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88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605" name="TextBox 604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606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12" name="Прямоугольник 6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3" name="Прямоугольник 6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614" name="Прямоугольник 6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607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09" name="Прямоугольник 6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0" name="Прямоугольник 6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611" name="Прямоугольник 6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608" name="TextBox 607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AdminTableQuizes</a:t>
                  </a:r>
                  <a:endParaRPr lang="ru-RU" sz="1400" b="1"/>
                </a:p>
              </p:txBody>
            </p:sp>
          </p:grpSp>
          <p:grpSp>
            <p:nvGrpSpPr>
              <p:cNvPr id="589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602" name="Прямоугольник 60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3" name="Прямоугольник 60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604" name="Прямоугольник 60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9" name="Прямоугольник 59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0" name="Прямоугольник 59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601" name="Прямоугольник 60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91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6" name="Прямоугольник 59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7" name="Прямоугольник 59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98" name="Прямоугольник 59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2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93" name="Прямоугольник 592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4" name="Прямоугольник 593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95" name="Прямоугольник 594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85" name="Прямоугольник 5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86" name="Прямоугольник 5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87" name="Прямоугольник 5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14114</TotalTime>
  <Words>641</Words>
  <Application>Microsoft Office PowerPoint</Application>
  <PresentationFormat>Произвольный</PresentationFormat>
  <Paragraphs>607</Paragraphs>
  <Slides>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Слайд 1</vt:lpstr>
      <vt:lpstr>Слайд 2</vt:lpstr>
      <vt:lpstr>Слайд 3</vt:lpstr>
      <vt:lpstr>Слайд 4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40</cp:revision>
  <dcterms:created xsi:type="dcterms:W3CDTF">2021-02-23T16:00:19Z</dcterms:created>
  <dcterms:modified xsi:type="dcterms:W3CDTF">2021-05-15T08:33:12Z</dcterms:modified>
</cp:coreProperties>
</file>