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3908" autoAdjust="0"/>
  </p:normalViewPr>
  <p:slideViewPr>
    <p:cSldViewPr>
      <p:cViewPr>
        <p:scale>
          <a:sx n="90" d="100"/>
          <a:sy n="90" d="100"/>
        </p:scale>
        <p:origin x="-288" y="2268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8E2C51-1E17-419C-9314-DA162E78E800}" type="datetimeFigureOut">
              <a:rPr lang="ru-RU" smtClean="0"/>
              <a:t>24.04.2021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685800"/>
            <a:ext cx="48958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F8261-7859-4D60-9FF9-CCE46032CAF8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8261-7859-4D60-9FF9-CCE46032CAF8}" type="slidenum">
              <a:rPr lang="ru-RU" smtClean="0"/>
              <a:t>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pPr/>
              <a:t>24.04.2021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74822"/>
            <a:ext cx="1240548" cy="8609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323939"/>
            <a:ext cx="1240548" cy="1428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73056"/>
            <a:ext cx="1240548" cy="18684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822172"/>
            <a:ext cx="1240548" cy="230803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4747469"/>
            <a:ext cx="7228976" cy="160644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8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241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245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7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7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46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7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8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9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V="1">
            <a:off x="-1011358" y="4067892"/>
            <a:ext cx="1439923" cy="135658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3" name="Группа 332"/>
          <p:cNvGrpSpPr/>
          <p:nvPr/>
        </p:nvGrpSpPr>
        <p:grpSpPr>
          <a:xfrm>
            <a:off x="428565" y="514309"/>
            <a:ext cx="3571900" cy="4357718"/>
            <a:chOff x="428565" y="514309"/>
            <a:chExt cx="3571900" cy="4357718"/>
          </a:xfrm>
        </p:grpSpPr>
        <p:grpSp>
          <p:nvGrpSpPr>
            <p:cNvPr id="328" name="Группа 327"/>
            <p:cNvGrpSpPr/>
            <p:nvPr/>
          </p:nvGrpSpPr>
          <p:grpSpPr>
            <a:xfrm>
              <a:off x="428565" y="514309"/>
              <a:ext cx="3571900" cy="4357718"/>
              <a:chOff x="428565" y="514309"/>
              <a:chExt cx="3571900" cy="4357718"/>
            </a:xfrm>
          </p:grpSpPr>
          <p:cxnSp>
            <p:nvCxnSpPr>
              <p:cNvPr id="293" name="Соединительная линия уступом 292"/>
              <p:cNvCxnSpPr>
                <a:stCxn id="77" idx="1"/>
                <a:endCxn id="40" idx="1"/>
              </p:cNvCxnSpPr>
              <p:nvPr/>
            </p:nvCxnSpPr>
            <p:spPr>
              <a:xfrm rot="10800000">
                <a:off x="428565" y="1074823"/>
                <a:ext cx="1588" cy="3672646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Группа 162"/>
              <p:cNvGrpSpPr/>
              <p:nvPr/>
            </p:nvGrpSpPr>
            <p:grpSpPr>
              <a:xfrm>
                <a:off x="428565" y="514309"/>
                <a:ext cx="3571900" cy="4357718"/>
                <a:chOff x="428565" y="442871"/>
                <a:chExt cx="3571900" cy="4357718"/>
              </a:xfrm>
            </p:grpSpPr>
            <p:grpSp>
              <p:nvGrpSpPr>
                <p:cNvPr id="2" name="Группа 81"/>
                <p:cNvGrpSpPr/>
                <p:nvPr/>
              </p:nvGrpSpPr>
              <p:grpSpPr>
                <a:xfrm>
                  <a:off x="428565" y="442871"/>
                  <a:ext cx="3571900" cy="4357718"/>
                  <a:chOff x="-500098" y="285734"/>
                  <a:chExt cx="2653411" cy="4998570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0" name="Прямоугольник 3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Прямоугольник 5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" name="Прямоугольник 5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4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7" name="Прямоугольник 5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Прямоугольник 5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9" name="Прямоугольник 5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1" name="Прямоугольник 6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Прямоугольник 6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63" name="Прямоугольник 6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6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5" name="Прямоугольник 6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6" name="Прямоугольник 6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67" name="Прямоугольник 6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7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69" name="Прямоугольник 6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0" name="Прямоугольник 6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Прямоугольник 7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8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73" name="Прямоугольник 72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4" name="Прямоугольник 73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75" name="Прямоугольник 74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9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handleAnswerSelected()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162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322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319" name="Прямоугольник 318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0" name="Прямоугольник 319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321" name="Прямоугольник 320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326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323" name="Прямоугольник 322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4" name="Прямоугольник 323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5" name="Прямоугольник 324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332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329" name="Прямоугольник 328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Прямоугольник 329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331" name="Прямоугольник 330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4000465" y="3232617"/>
            <a:ext cx="1214446" cy="835274"/>
          </a:xfrm>
          <a:prstGeom prst="bentConnector3">
            <a:avLst>
              <a:gd name="adj1" fmla="val 437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>
            <a:off x="4000465" y="2906565"/>
            <a:ext cx="1214446" cy="6118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>
            <a:off x="4000465" y="3533022"/>
            <a:ext cx="1214446" cy="27109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500663" y="7158043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>
            <a:off x="4000465" y="3282074"/>
            <a:ext cx="1500198" cy="443318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4000465" y="2195846"/>
            <a:ext cx="1500198" cy="576706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8" name="Группа 297"/>
          <p:cNvGrpSpPr/>
          <p:nvPr/>
        </p:nvGrpSpPr>
        <p:grpSpPr>
          <a:xfrm>
            <a:off x="-7358178" y="3871895"/>
            <a:ext cx="2857521" cy="2749447"/>
            <a:chOff x="-7358178" y="3871895"/>
            <a:chExt cx="2857521" cy="2749447"/>
          </a:xfrm>
        </p:grpSpPr>
        <p:grpSp>
          <p:nvGrpSpPr>
            <p:cNvPr id="238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235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178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8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85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218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20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225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30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58177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392424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26672" y="5657844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8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9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1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1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5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342" idx="1"/>
          </p:cNvCxnSpPr>
          <p:nvPr/>
        </p:nvCxnSpPr>
        <p:spPr>
          <a:xfrm flipV="1">
            <a:off x="-1011358" y="2442670"/>
            <a:ext cx="1500369" cy="29818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162"/>
          <p:cNvGrpSpPr/>
          <p:nvPr/>
        </p:nvGrpSpPr>
        <p:grpSpPr>
          <a:xfrm>
            <a:off x="489011" y="666709"/>
            <a:ext cx="3663857" cy="1918372"/>
            <a:chOff x="336611" y="442871"/>
            <a:chExt cx="3663857" cy="1677886"/>
          </a:xfrm>
        </p:grpSpPr>
        <p:grpSp>
          <p:nvGrpSpPr>
            <p:cNvPr id="333" name="Группа 81"/>
            <p:cNvGrpSpPr/>
            <p:nvPr/>
          </p:nvGrpSpPr>
          <p:grpSpPr>
            <a:xfrm>
              <a:off x="428564" y="442871"/>
              <a:ext cx="3571904" cy="934189"/>
              <a:chOff x="-500098" y="285734"/>
              <a:chExt cx="2653411" cy="1071571"/>
            </a:xfrm>
          </p:grpSpPr>
          <p:sp>
            <p:nvSpPr>
              <p:cNvPr id="347" name="TextBox 346"/>
              <p:cNvSpPr txBox="1"/>
              <p:nvPr/>
            </p:nvSpPr>
            <p:spPr>
              <a:xfrm>
                <a:off x="-500098" y="531565"/>
                <a:ext cx="318409" cy="26169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/>
                  <a:t>state</a:t>
                </a:r>
                <a:endParaRPr lang="ru-RU" sz="1100" b="1"/>
              </a:p>
            </p:txBody>
          </p:sp>
          <p:grpSp>
            <p:nvGrpSpPr>
              <p:cNvPr id="35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95" name="Прямоугольник 394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data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6" name="Прямоугольник 395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[]</a:t>
                  </a:r>
                  <a:endParaRPr lang="ru-RU" sz="1100"/>
                </a:p>
              </p:txBody>
            </p:sp>
            <p:sp>
              <p:nvSpPr>
                <p:cNvPr id="397" name="Прямоугольник 396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err="1" smtClean="0"/>
                    <a:t>arr</a:t>
                  </a:r>
                  <a:endParaRPr lang="ru-RU" sz="1100"/>
                </a:p>
              </p:txBody>
            </p:sp>
          </p:grpSp>
          <p:sp>
            <p:nvSpPr>
              <p:cNvPr id="359" name="TextBox 358"/>
              <p:cNvSpPr txBox="1"/>
              <p:nvPr/>
            </p:nvSpPr>
            <p:spPr>
              <a:xfrm>
                <a:off x="-500098" y="285734"/>
                <a:ext cx="2643206" cy="261695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Example</a:t>
                </a:r>
                <a:endParaRPr lang="ru-RU" sz="1100" b="1"/>
              </a:p>
            </p:txBody>
          </p:sp>
        </p:grpSp>
        <p:grpSp>
          <p:nvGrpSpPr>
            <p:cNvPr id="337" name="Группа 161"/>
            <p:cNvGrpSpPr/>
            <p:nvPr/>
          </p:nvGrpSpPr>
          <p:grpSpPr>
            <a:xfrm>
              <a:off x="336611" y="1657326"/>
              <a:ext cx="3571900" cy="463431"/>
              <a:chOff x="325619" y="2014516"/>
              <a:chExt cx="3571900" cy="463431"/>
            </a:xfrm>
          </p:grpSpPr>
          <p:sp>
            <p:nvSpPr>
              <p:cNvPr id="342" name="Прямоугольник 341"/>
              <p:cNvSpPr/>
              <p:nvPr/>
            </p:nvSpPr>
            <p:spPr>
              <a:xfrm>
                <a:off x="325619" y="2228830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rgbClr val="FF0000"/>
                    </a:solidFill>
                  </a:rPr>
                  <a:t>quizView- </a:t>
                </a:r>
                <a:r>
                  <a:rPr lang="ru-RU" sz="1100" b="0" baseline="0" smtClean="0">
                    <a:solidFill>
                      <a:srgbClr val="FF0000"/>
                    </a:solidFill>
                  </a:rPr>
                  <a:t>не</a:t>
                </a:r>
                <a:r>
                  <a:rPr lang="ru-RU" sz="1100" b="0" smtClean="0">
                    <a:solidFill>
                      <a:srgbClr val="FF0000"/>
                    </a:solidFill>
                  </a:rPr>
                  <a:t> подкл</a:t>
                </a:r>
                <a:endParaRPr lang="ru-RU" sz="11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4" name="Прямоугольник 343"/>
              <p:cNvSpPr/>
              <p:nvPr/>
            </p:nvSpPr>
            <p:spPr>
              <a:xfrm>
                <a:off x="1479619" y="2228829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</a:t>
                </a:r>
                <a:endParaRPr lang="ru-RU" sz="1100"/>
              </a:p>
            </p:txBody>
          </p:sp>
          <p:sp>
            <p:nvSpPr>
              <p:cNvPr id="345" name="Прямоугольник 344"/>
              <p:cNvSpPr/>
              <p:nvPr/>
            </p:nvSpPr>
            <p:spPr>
              <a:xfrm>
                <a:off x="2633616" y="2228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  <p:sp>
            <p:nvSpPr>
              <p:cNvPr id="346" name="TextBox 345"/>
              <p:cNvSpPr txBox="1"/>
              <p:nvPr/>
            </p:nvSpPr>
            <p:spPr>
              <a:xfrm>
                <a:off x="336611" y="2014516"/>
                <a:ext cx="846264" cy="22814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props</a:t>
                </a:r>
                <a:endParaRPr lang="ru-RU" sz="1100" b="1"/>
              </a:p>
            </p:txBody>
          </p:sp>
        </p:grpSp>
      </p:grpSp>
      <p:grpSp>
        <p:nvGrpSpPr>
          <p:cNvPr id="466" name="Группа 465"/>
          <p:cNvGrpSpPr/>
          <p:nvPr/>
        </p:nvGrpSpPr>
        <p:grpSpPr>
          <a:xfrm>
            <a:off x="5621558" y="2728887"/>
            <a:ext cx="3665319" cy="2650533"/>
            <a:chOff x="5621558" y="2728887"/>
            <a:chExt cx="3665319" cy="2650533"/>
          </a:xfrm>
        </p:grpSpPr>
        <p:grpSp>
          <p:nvGrpSpPr>
            <p:cNvPr id="26" name="Группа 332"/>
            <p:cNvGrpSpPr/>
            <p:nvPr/>
          </p:nvGrpSpPr>
          <p:grpSpPr>
            <a:xfrm>
              <a:off x="5621558" y="2728887"/>
              <a:ext cx="3665319" cy="2357453"/>
              <a:chOff x="335146" y="2514573"/>
              <a:chExt cx="3665319" cy="2357453"/>
            </a:xfrm>
          </p:grpSpPr>
          <p:grpSp>
            <p:nvGrpSpPr>
              <p:cNvPr id="28" name="Группа 162"/>
              <p:cNvGrpSpPr/>
              <p:nvPr/>
            </p:nvGrpSpPr>
            <p:grpSpPr>
              <a:xfrm>
                <a:off x="357127" y="2514573"/>
                <a:ext cx="3643338" cy="2357453"/>
                <a:chOff x="357127" y="2443135"/>
                <a:chExt cx="3643338" cy="2357453"/>
              </a:xfrm>
            </p:grpSpPr>
            <p:grpSp>
              <p:nvGrpSpPr>
                <p:cNvPr id="29" name="Группа 81"/>
                <p:cNvGrpSpPr/>
                <p:nvPr/>
              </p:nvGrpSpPr>
              <p:grpSpPr>
                <a:xfrm>
                  <a:off x="357127" y="2443135"/>
                  <a:ext cx="3629600" cy="2357453"/>
                  <a:chOff x="-553166" y="2580160"/>
                  <a:chExt cx="2696274" cy="2704144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53166" y="2825991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36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ClickHandler</a:t>
                      </a: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idx</a:t>
                      </a:r>
                      <a:endParaRPr lang="ru-RU" sz="11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53166" y="2580160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</a:t>
                    </a:r>
                    <a:endParaRPr lang="ru-RU" sz="1100" b="1"/>
                  </a:p>
                </p:txBody>
              </p:sp>
            </p:grpSp>
            <p:grpSp>
              <p:nvGrpSpPr>
                <p:cNvPr id="37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smtClean="0">
                        <a:solidFill>
                          <a:schemeClr val="tx1"/>
                        </a:solidFill>
                      </a:rPr>
                      <a:t>data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[]</a:t>
                    </a:r>
                    <a:endParaRPr lang="ru-RU" sz="11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arr</a:t>
                    </a:r>
                    <a:endParaRPr lang="ru-RU" sz="11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grpSp>
            <p:nvGrpSpPr>
              <p:cNvPr id="41" name="Группа 331"/>
              <p:cNvGrpSpPr/>
              <p:nvPr/>
            </p:nvGrpSpPr>
            <p:grpSpPr>
              <a:xfrm>
                <a:off x="335146" y="3014639"/>
                <a:ext cx="3571900" cy="249118"/>
                <a:chOff x="313165" y="2978005"/>
                <a:chExt cx="3571900" cy="249118"/>
              </a:xfrm>
            </p:grpSpPr>
            <p:sp>
              <p:nvSpPr>
                <p:cNvPr id="329" name="Прямоугольник 328"/>
                <p:cNvSpPr/>
                <p:nvPr/>
              </p:nvSpPr>
              <p:spPr>
                <a:xfrm>
                  <a:off x="313165" y="2978006"/>
                  <a:ext cx="1167736" cy="24911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selectedItem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0" name="Прямоугольник 329"/>
                <p:cNvSpPr/>
                <p:nvPr/>
              </p:nvSpPr>
              <p:spPr>
                <a:xfrm>
                  <a:off x="1467165" y="2978006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null/idx</a:t>
                  </a:r>
                  <a:endParaRPr lang="ru-RU" sz="1100"/>
                </a:p>
              </p:txBody>
            </p:sp>
            <p:sp>
              <p:nvSpPr>
                <p:cNvPr id="331" name="Прямоугольник 330"/>
                <p:cNvSpPr/>
                <p:nvPr/>
              </p:nvSpPr>
              <p:spPr>
                <a:xfrm>
                  <a:off x="2621162" y="2978005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num</a:t>
                  </a:r>
                  <a:endParaRPr lang="ru-RU" sz="1100"/>
                </a:p>
              </p:txBody>
            </p:sp>
          </p:grpSp>
        </p:grpSp>
        <p:sp>
          <p:nvSpPr>
            <p:cNvPr id="403" name="Прямоугольник 402"/>
            <p:cNvSpPr/>
            <p:nvPr/>
          </p:nvSpPr>
          <p:spPr>
            <a:xfrm>
              <a:off x="5714977" y="5086341"/>
              <a:ext cx="85725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800" b="0" baseline="0" smtClean="0">
                  <a:solidFill>
                    <a:schemeClr val="tx1"/>
                  </a:solidFill>
                </a:rPr>
                <a:t>map</a:t>
              </a:r>
              <a:endParaRPr lang="ru-RU" sz="800" b="0" baseline="0">
                <a:solidFill>
                  <a:schemeClr val="tx1"/>
                </a:solidFill>
              </a:endParaRPr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6572233" y="5086341"/>
              <a:ext cx="2714644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cxnSp>
        <p:nvCxnSpPr>
          <p:cNvPr id="455" name="Соединительная линия уступом 454"/>
          <p:cNvCxnSpPr>
            <a:stCxn id="77" idx="1"/>
            <a:endCxn id="329" idx="1"/>
          </p:cNvCxnSpPr>
          <p:nvPr/>
        </p:nvCxnSpPr>
        <p:spPr>
          <a:xfrm rot="10800000">
            <a:off x="5621559" y="3353513"/>
            <a:ext cx="93419" cy="1608270"/>
          </a:xfrm>
          <a:prstGeom prst="bentConnector3">
            <a:avLst>
              <a:gd name="adj1" fmla="val 85687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03" idx="1"/>
            <a:endCxn id="157" idx="1"/>
          </p:cNvCxnSpPr>
          <p:nvPr/>
        </p:nvCxnSpPr>
        <p:spPr>
          <a:xfrm rot="10800000">
            <a:off x="5714977" y="4282207"/>
            <a:ext cx="1588" cy="950675"/>
          </a:xfrm>
          <a:prstGeom prst="bentConnector3">
            <a:avLst>
              <a:gd name="adj1" fmla="val 30464808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Соединительная линия уступом 461"/>
          <p:cNvCxnSpPr>
            <a:stCxn id="159" idx="3"/>
            <a:endCxn id="423" idx="1"/>
          </p:cNvCxnSpPr>
          <p:nvPr/>
        </p:nvCxnSpPr>
        <p:spPr>
          <a:xfrm flipV="1">
            <a:off x="9286877" y="2424818"/>
            <a:ext cx="846264" cy="185738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467"/>
          <p:cNvCxnSpPr>
            <a:stCxn id="159" idx="3"/>
            <a:endCxn id="463" idx="1"/>
          </p:cNvCxnSpPr>
          <p:nvPr/>
        </p:nvCxnSpPr>
        <p:spPr>
          <a:xfrm flipV="1">
            <a:off x="9286877" y="2710570"/>
            <a:ext cx="846264" cy="157163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Соединительная линия уступом 475"/>
          <p:cNvCxnSpPr>
            <a:stCxn id="159" idx="3"/>
            <a:endCxn id="469" idx="1"/>
          </p:cNvCxnSpPr>
          <p:nvPr/>
        </p:nvCxnSpPr>
        <p:spPr>
          <a:xfrm flipV="1">
            <a:off x="9286877" y="2996322"/>
            <a:ext cx="846264" cy="128588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477"/>
          <p:cNvCxnSpPr>
            <a:stCxn id="159" idx="3"/>
            <a:endCxn id="472" idx="1"/>
          </p:cNvCxnSpPr>
          <p:nvPr/>
        </p:nvCxnSpPr>
        <p:spPr>
          <a:xfrm flipV="1">
            <a:off x="9286877" y="3282074"/>
            <a:ext cx="857256" cy="100013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9" name="Группа 508"/>
          <p:cNvGrpSpPr/>
          <p:nvPr/>
        </p:nvGrpSpPr>
        <p:grpSpPr>
          <a:xfrm>
            <a:off x="10133141" y="800061"/>
            <a:ext cx="3657627" cy="5821281"/>
            <a:chOff x="10133141" y="800061"/>
            <a:chExt cx="3657627" cy="5821281"/>
          </a:xfrm>
        </p:grpSpPr>
        <p:grpSp>
          <p:nvGrpSpPr>
            <p:cNvPr id="479" name="Группа 478"/>
            <p:cNvGrpSpPr/>
            <p:nvPr/>
          </p:nvGrpSpPr>
          <p:grpSpPr>
            <a:xfrm>
              <a:off x="10133141" y="800061"/>
              <a:ext cx="3582895" cy="3106638"/>
              <a:chOff x="10133141" y="800061"/>
              <a:chExt cx="3582895" cy="3106638"/>
            </a:xfrm>
          </p:grpSpPr>
          <p:grpSp>
            <p:nvGrpSpPr>
              <p:cNvPr id="412" name="Группа 162"/>
              <p:cNvGrpSpPr/>
              <p:nvPr/>
            </p:nvGrpSpPr>
            <p:grpSpPr>
              <a:xfrm>
                <a:off x="10133141" y="800061"/>
                <a:ext cx="3582895" cy="3106638"/>
                <a:chOff x="417573" y="442871"/>
                <a:chExt cx="3582895" cy="3106638"/>
              </a:xfrm>
            </p:grpSpPr>
            <p:grpSp>
              <p:nvGrpSpPr>
                <p:cNvPr id="421" name="Группа 81"/>
                <p:cNvGrpSpPr/>
                <p:nvPr/>
              </p:nvGrpSpPr>
              <p:grpSpPr>
                <a:xfrm>
                  <a:off x="425199" y="442871"/>
                  <a:ext cx="3575269" cy="3106638"/>
                  <a:chOff x="-502598" y="285734"/>
                  <a:chExt cx="2655911" cy="3563499"/>
                </a:xfrm>
              </p:grpSpPr>
              <p:sp>
                <p:nvSpPr>
                  <p:cNvPr id="427" name="TextBox 16"/>
                  <p:cNvSpPr txBox="1"/>
                  <p:nvPr/>
                </p:nvSpPr>
                <p:spPr>
                  <a:xfrm>
                    <a:off x="-500098" y="531565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428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49" name="Прямоугольник 44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hover_flag</a:t>
                      </a:r>
                      <a:endParaRPr lang="ru-RU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50" name="Прямоугольник 44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false</a:t>
                      </a:r>
                      <a:endParaRPr lang="ru-RU" sz="1100"/>
                    </a:p>
                  </p:txBody>
                </p:sp>
                <p:sp>
                  <p:nvSpPr>
                    <p:cNvPr id="451" name="Прямоугольник 45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bool</a:t>
                      </a:r>
                      <a:endParaRPr lang="ru-RU" sz="1100"/>
                    </a:p>
                  </p:txBody>
                </p:sp>
              </p:grpSp>
              <p:grpSp>
                <p:nvGrpSpPr>
                  <p:cNvPr id="433" name="Группа 75"/>
                  <p:cNvGrpSpPr/>
                  <p:nvPr/>
                </p:nvGrpSpPr>
                <p:grpSpPr>
                  <a:xfrm>
                    <a:off x="-502598" y="3563480"/>
                    <a:ext cx="2643206" cy="285753"/>
                    <a:chOff x="784086" y="4206422"/>
                    <a:chExt cx="1797005" cy="285753"/>
                  </a:xfrm>
                </p:grpSpPr>
                <p:sp>
                  <p:nvSpPr>
                    <p:cNvPr id="435" name="Прямоугольник 434"/>
                    <p:cNvSpPr/>
                    <p:nvPr/>
                  </p:nvSpPr>
                  <p:spPr>
                    <a:xfrm>
                      <a:off x="784086" y="4206423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hoverEvent()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6" name="Прямоугольник 435"/>
                    <p:cNvSpPr/>
                    <p:nvPr/>
                  </p:nvSpPr>
                  <p:spPr>
                    <a:xfrm>
                      <a:off x="1723835" y="4206422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100"/>
                    </a:p>
                  </p:txBody>
                </p:sp>
              </p:grpSp>
              <p:sp>
                <p:nvSpPr>
                  <p:cNvPr id="434" name="TextBox 433"/>
                  <p:cNvSpPr txBox="1"/>
                  <p:nvPr/>
                </p:nvSpPr>
                <p:spPr>
                  <a:xfrm>
                    <a:off x="-500098" y="285734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ListItem</a:t>
                    </a:r>
                    <a:endParaRPr lang="ru-RU" sz="1100" b="1"/>
                  </a:p>
                </p:txBody>
              </p:sp>
            </p:grpSp>
            <p:grpSp>
              <p:nvGrpSpPr>
                <p:cNvPr id="422" name="Группа 161"/>
                <p:cNvGrpSpPr/>
                <p:nvPr/>
              </p:nvGrpSpPr>
              <p:grpSpPr>
                <a:xfrm>
                  <a:off x="417573" y="1728755"/>
                  <a:ext cx="3571900" cy="463431"/>
                  <a:chOff x="406581" y="2085945"/>
                  <a:chExt cx="3571900" cy="463431"/>
                </a:xfrm>
              </p:grpSpPr>
              <p:sp>
                <p:nvSpPr>
                  <p:cNvPr id="423" name="Прямоугольник 422"/>
                  <p:cNvSpPr/>
                  <p:nvPr/>
                </p:nvSpPr>
                <p:spPr>
                  <a:xfrm>
                    <a:off x="406581" y="2300259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b="0" baseline="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4" name="Прямоугольник 423"/>
                  <p:cNvSpPr/>
                  <p:nvPr/>
                </p:nvSpPr>
                <p:spPr>
                  <a:xfrm>
                    <a:off x="1560581" y="2300259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1</a:t>
                    </a:r>
                    <a:endParaRPr lang="ru-RU" sz="1100"/>
                  </a:p>
                </p:txBody>
              </p:sp>
              <p:sp>
                <p:nvSpPr>
                  <p:cNvPr id="425" name="Прямоугольник 424"/>
                  <p:cNvSpPr/>
                  <p:nvPr/>
                </p:nvSpPr>
                <p:spPr>
                  <a:xfrm>
                    <a:off x="2714578" y="2300258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num</a:t>
                    </a:r>
                    <a:endParaRPr lang="ru-RU" sz="1100"/>
                  </a:p>
                </p:txBody>
              </p:sp>
              <p:sp>
                <p:nvSpPr>
                  <p:cNvPr id="426" name="TextBox 425"/>
                  <p:cNvSpPr txBox="1"/>
                  <p:nvPr/>
                </p:nvSpPr>
                <p:spPr>
                  <a:xfrm>
                    <a:off x="417573" y="2085945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sp>
            <p:nvSpPr>
              <p:cNvPr id="463" name="Прямоугольник 462"/>
              <p:cNvSpPr/>
              <p:nvPr/>
            </p:nvSpPr>
            <p:spPr>
              <a:xfrm>
                <a:off x="10133141" y="2586011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name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4" name="Прямоугольник 463"/>
              <p:cNvSpPr/>
              <p:nvPr/>
            </p:nvSpPr>
            <p:spPr>
              <a:xfrm>
                <a:off x="11287141" y="2586011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“”</a:t>
                </a:r>
                <a:endParaRPr lang="ru-RU" sz="1100"/>
              </a:p>
            </p:txBody>
          </p:sp>
          <p:sp>
            <p:nvSpPr>
              <p:cNvPr id="465" name="Прямоугольник 464"/>
              <p:cNvSpPr/>
              <p:nvPr/>
            </p:nvSpPr>
            <p:spPr>
              <a:xfrm>
                <a:off x="12441138" y="2586010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str</a:t>
                </a:r>
                <a:endParaRPr lang="ru-RU" sz="1100"/>
              </a:p>
            </p:txBody>
          </p:sp>
          <p:sp>
            <p:nvSpPr>
              <p:cNvPr id="469" name="Прямоугольник 468"/>
              <p:cNvSpPr/>
              <p:nvPr/>
            </p:nvSpPr>
            <p:spPr>
              <a:xfrm>
                <a:off x="10133141" y="2871763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chemeClr val="tx1"/>
                    </a:solidFill>
                  </a:rPr>
                  <a:t>onClick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0" name="Прямоугольник 469"/>
              <p:cNvSpPr/>
              <p:nvPr/>
            </p:nvSpPr>
            <p:spPr>
              <a:xfrm>
                <a:off x="11287141" y="2871763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100"/>
              </a:p>
            </p:txBody>
          </p:sp>
          <p:sp>
            <p:nvSpPr>
              <p:cNvPr id="471" name="Прямоугольник 470"/>
              <p:cNvSpPr/>
              <p:nvPr/>
            </p:nvSpPr>
            <p:spPr>
              <a:xfrm>
                <a:off x="12441138" y="2871762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func</a:t>
                </a:r>
                <a:endParaRPr lang="ru-RU" sz="1100"/>
              </a:p>
            </p:txBody>
          </p:sp>
          <p:sp>
            <p:nvSpPr>
              <p:cNvPr id="472" name="Прямоугольник 471"/>
              <p:cNvSpPr/>
              <p:nvPr/>
            </p:nvSpPr>
            <p:spPr>
              <a:xfrm>
                <a:off x="10144133" y="3157515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isSelected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3" name="Прямоугольник 472"/>
              <p:cNvSpPr/>
              <p:nvPr/>
            </p:nvSpPr>
            <p:spPr>
              <a:xfrm>
                <a:off x="11298133" y="3157515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true/false</a:t>
                </a:r>
                <a:endParaRPr lang="ru-RU" sz="1100"/>
              </a:p>
            </p:txBody>
          </p:sp>
          <p:sp>
            <p:nvSpPr>
              <p:cNvPr id="474" name="Прямоугольник 473"/>
              <p:cNvSpPr/>
              <p:nvPr/>
            </p:nvSpPr>
            <p:spPr>
              <a:xfrm>
                <a:off x="12452130" y="3157514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</p:grpSp>
        <p:cxnSp>
          <p:nvCxnSpPr>
            <p:cNvPr id="481" name="Соединительная линия уступом 480"/>
            <p:cNvCxnSpPr>
              <a:stCxn id="435" idx="1"/>
              <a:endCxn id="449" idx="1"/>
            </p:cNvCxnSpPr>
            <p:nvPr/>
          </p:nvCxnSpPr>
          <p:spPr>
            <a:xfrm rot="10800000" flipH="1">
              <a:off x="10140766" y="1360576"/>
              <a:ext cx="3366" cy="2421564"/>
            </a:xfrm>
            <a:prstGeom prst="bentConnector3">
              <a:avLst>
                <a:gd name="adj1" fmla="val -6791444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Прямоугольник 482"/>
            <p:cNvSpPr/>
            <p:nvPr/>
          </p:nvSpPr>
          <p:spPr>
            <a:xfrm>
              <a:off x="10140766" y="4157647"/>
              <a:ext cx="2546119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1100" smtClean="0">
                  <a:solidFill>
                    <a:schemeClr val="tx1"/>
                  </a:solidFill>
                </a:rPr>
                <a:t>render</a:t>
              </a:r>
              <a:endParaRPr lang="ru-RU" sz="1100" b="0" baseline="0">
                <a:solidFill>
                  <a:schemeClr val="tx1"/>
                </a:solidFill>
              </a:endParaRPr>
            </a:p>
          </p:txBody>
        </p:sp>
        <p:sp>
          <p:nvSpPr>
            <p:cNvPr id="484" name="Прямоугольник 483"/>
            <p:cNvSpPr/>
            <p:nvPr/>
          </p:nvSpPr>
          <p:spPr>
            <a:xfrm>
              <a:off x="12001521" y="4157647"/>
              <a:ext cx="1697413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100"/>
            </a:p>
          </p:txBody>
        </p:sp>
        <p:sp>
          <p:nvSpPr>
            <p:cNvPr id="486" name="Прямоугольник 485"/>
            <p:cNvSpPr/>
            <p:nvPr/>
          </p:nvSpPr>
          <p:spPr>
            <a:xfrm>
              <a:off x="11001389" y="4443399"/>
              <a:ext cx="1714512" cy="285752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58299" tIns="29149" rIns="58299" bIns="29149" rtlCol="0" anchor="ctr"/>
            <a:lstStyle/>
            <a:p>
              <a:r>
                <a:rPr lang="en-US" sz="1200" smtClean="0"/>
                <a:t>isSelected || hover_flag</a:t>
              </a:r>
              <a:endParaRPr lang="en-US" sz="1200"/>
            </a:p>
          </p:txBody>
        </p:sp>
        <p:cxnSp>
          <p:nvCxnSpPr>
            <p:cNvPr id="488" name="Соединительная линия уступом 487"/>
            <p:cNvCxnSpPr>
              <a:stCxn id="474" idx="3"/>
              <a:endCxn id="486" idx="3"/>
            </p:cNvCxnSpPr>
            <p:nvPr/>
          </p:nvCxnSpPr>
          <p:spPr>
            <a:xfrm flipH="1">
              <a:off x="12715901" y="3282073"/>
              <a:ext cx="1000132" cy="1304202"/>
            </a:xfrm>
            <a:prstGeom prst="bentConnector3">
              <a:avLst>
                <a:gd name="adj1" fmla="val -22857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Соединительная линия уступом 491"/>
            <p:cNvCxnSpPr>
              <a:stCxn id="451" idx="3"/>
              <a:endCxn id="486" idx="3"/>
            </p:cNvCxnSpPr>
            <p:nvPr/>
          </p:nvCxnSpPr>
          <p:spPr>
            <a:xfrm flipH="1">
              <a:off x="12715901" y="1360575"/>
              <a:ext cx="1000135" cy="3225700"/>
            </a:xfrm>
            <a:prstGeom prst="bentConnector3">
              <a:avLst>
                <a:gd name="adj1" fmla="val -70697"/>
              </a:avLst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Группа 507"/>
            <p:cNvGrpSpPr/>
            <p:nvPr/>
          </p:nvGrpSpPr>
          <p:grpSpPr>
            <a:xfrm>
              <a:off x="10144133" y="4943464"/>
              <a:ext cx="3646635" cy="1677878"/>
              <a:chOff x="10144133" y="4943464"/>
              <a:chExt cx="3646635" cy="1677878"/>
            </a:xfrm>
          </p:grpSpPr>
          <p:sp>
            <p:nvSpPr>
              <p:cNvPr id="494" name="Прямоугольник 493"/>
              <p:cNvSpPr/>
              <p:nvPr/>
            </p:nvSpPr>
            <p:spPr>
              <a:xfrm>
                <a:off x="10144133" y="5229217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onClick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5" name="Прямоугольник 494"/>
              <p:cNvSpPr/>
              <p:nvPr/>
            </p:nvSpPr>
            <p:spPr>
              <a:xfrm>
                <a:off x="11321213" y="5229217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496" name="Прямоугольник 495"/>
              <p:cNvSpPr/>
              <p:nvPr/>
            </p:nvSpPr>
            <p:spPr>
              <a:xfrm>
                <a:off x="12498290" y="5229216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497" name="Прямоугольник 496"/>
              <p:cNvSpPr/>
              <p:nvPr/>
            </p:nvSpPr>
            <p:spPr>
              <a:xfrm>
                <a:off x="10144133" y="4943464"/>
                <a:ext cx="642942" cy="285752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u="sng" smtClean="0"/>
                  <a:t>li</a:t>
                </a:r>
                <a:endParaRPr lang="ru-RU" sz="900" u="sng"/>
              </a:p>
            </p:txBody>
          </p:sp>
          <p:sp>
            <p:nvSpPr>
              <p:cNvPr id="498" name="Прямоугольник 497"/>
              <p:cNvSpPr/>
              <p:nvPr/>
            </p:nvSpPr>
            <p:spPr>
              <a:xfrm>
                <a:off x="10147430" y="5514970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onMouseEnter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9" name="Прямоугольник 498"/>
              <p:cNvSpPr/>
              <p:nvPr/>
            </p:nvSpPr>
            <p:spPr>
              <a:xfrm>
                <a:off x="11324510" y="5514970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0" name="Прямоугольник 499"/>
              <p:cNvSpPr/>
              <p:nvPr/>
            </p:nvSpPr>
            <p:spPr>
              <a:xfrm>
                <a:off x="12501587" y="5514969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1" name="Прямоугольник 500"/>
              <p:cNvSpPr/>
              <p:nvPr/>
            </p:nvSpPr>
            <p:spPr>
              <a:xfrm>
                <a:off x="10147430" y="5800722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onMousLeave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2" name="Прямоугольник 501"/>
              <p:cNvSpPr/>
              <p:nvPr/>
            </p:nvSpPr>
            <p:spPr>
              <a:xfrm>
                <a:off x="11324510" y="5800722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3" name="Прямоугольник 502"/>
              <p:cNvSpPr/>
              <p:nvPr/>
            </p:nvSpPr>
            <p:spPr>
              <a:xfrm>
                <a:off x="12501587" y="5800721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4" name="Прямоугольник 503"/>
              <p:cNvSpPr/>
              <p:nvPr/>
            </p:nvSpPr>
            <p:spPr>
              <a:xfrm>
                <a:off x="10147430" y="6086474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style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5" name="Прямоугольник 504"/>
              <p:cNvSpPr/>
              <p:nvPr/>
            </p:nvSpPr>
            <p:spPr>
              <a:xfrm>
                <a:off x="11324510" y="6086474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6" name="Прямоугольник 505"/>
              <p:cNvSpPr/>
              <p:nvPr/>
            </p:nvSpPr>
            <p:spPr>
              <a:xfrm>
                <a:off x="12501587" y="6086473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7" name="Прямоугольник 506"/>
              <p:cNvSpPr/>
              <p:nvPr/>
            </p:nvSpPr>
            <p:spPr>
              <a:xfrm>
                <a:off x="10144133" y="637222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name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511" name="Соединительная линия уступом 510"/>
          <p:cNvCxnSpPr>
            <a:stCxn id="471" idx="3"/>
            <a:endCxn id="496" idx="3"/>
          </p:cNvCxnSpPr>
          <p:nvPr/>
        </p:nvCxnSpPr>
        <p:spPr>
          <a:xfrm>
            <a:off x="13705041" y="2996321"/>
            <a:ext cx="82430" cy="2357454"/>
          </a:xfrm>
          <a:prstGeom prst="bentConnector3">
            <a:avLst>
              <a:gd name="adj1" fmla="val 3773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512"/>
          <p:cNvCxnSpPr>
            <a:stCxn id="436" idx="3"/>
            <a:endCxn id="500" idx="3"/>
          </p:cNvCxnSpPr>
          <p:nvPr/>
        </p:nvCxnSpPr>
        <p:spPr>
          <a:xfrm>
            <a:off x="13698934" y="3782140"/>
            <a:ext cx="91834" cy="1857388"/>
          </a:xfrm>
          <a:prstGeom prst="bentConnector3">
            <a:avLst>
              <a:gd name="adj1" fmla="val 476286"/>
            </a:avLst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515"/>
          <p:cNvCxnSpPr>
            <a:stCxn id="436" idx="3"/>
            <a:endCxn id="503" idx="3"/>
          </p:cNvCxnSpPr>
          <p:nvPr/>
        </p:nvCxnSpPr>
        <p:spPr>
          <a:xfrm>
            <a:off x="13698934" y="3782140"/>
            <a:ext cx="91834" cy="2143140"/>
          </a:xfrm>
          <a:prstGeom prst="bentConnector3">
            <a:avLst>
              <a:gd name="adj1" fmla="val 638378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518"/>
          <p:cNvCxnSpPr>
            <a:stCxn id="486" idx="2"/>
            <a:endCxn id="504" idx="1"/>
          </p:cNvCxnSpPr>
          <p:nvPr/>
        </p:nvCxnSpPr>
        <p:spPr>
          <a:xfrm rot="5400000">
            <a:off x="10262097" y="4614485"/>
            <a:ext cx="1481882" cy="1711215"/>
          </a:xfrm>
          <a:prstGeom prst="bentConnector4">
            <a:avLst>
              <a:gd name="adj1" fmla="val 4899"/>
              <a:gd name="adj2" fmla="val 113359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521"/>
          <p:cNvCxnSpPr>
            <a:stCxn id="465" idx="3"/>
            <a:endCxn id="507" idx="3"/>
          </p:cNvCxnSpPr>
          <p:nvPr/>
        </p:nvCxnSpPr>
        <p:spPr>
          <a:xfrm flipH="1">
            <a:off x="11335224" y="2710569"/>
            <a:ext cx="2369817" cy="3786215"/>
          </a:xfrm>
          <a:prstGeom prst="bentConnector3">
            <a:avLst>
              <a:gd name="adj1" fmla="val -7111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25"/>
          <p:cNvCxnSpPr>
            <a:stCxn id="397" idx="3"/>
            <a:endCxn id="157" idx="1"/>
          </p:cNvCxnSpPr>
          <p:nvPr/>
        </p:nvCxnSpPr>
        <p:spPr>
          <a:xfrm>
            <a:off x="4152868" y="1592381"/>
            <a:ext cx="1562109" cy="2689825"/>
          </a:xfrm>
          <a:prstGeom prst="bentConnector3">
            <a:avLst>
              <a:gd name="adj1" fmla="val 2549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Соединительная линия уступом 529"/>
          <p:cNvCxnSpPr>
            <a:stCxn id="494" idx="1"/>
            <a:endCxn id="78" idx="3"/>
          </p:cNvCxnSpPr>
          <p:nvPr/>
        </p:nvCxnSpPr>
        <p:spPr>
          <a:xfrm rot="10800000">
            <a:off x="9273139" y="4961784"/>
            <a:ext cx="870994" cy="39199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306"/>
          <p:cNvGrpSpPr/>
          <p:nvPr/>
        </p:nvGrpSpPr>
        <p:grpSpPr>
          <a:xfrm>
            <a:off x="-7395236" y="3871895"/>
            <a:ext cx="2894579" cy="2749447"/>
            <a:chOff x="-7395236" y="3871895"/>
            <a:chExt cx="2894579" cy="2749447"/>
          </a:xfrm>
        </p:grpSpPr>
        <p:grpSp>
          <p:nvGrpSpPr>
            <p:cNvPr id="7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8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9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0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1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12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3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4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5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95236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429483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63731" y="5657844"/>
              <a:ext cx="891636" cy="28575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326" name="Группа 126"/>
          <p:cNvGrpSpPr/>
          <p:nvPr/>
        </p:nvGrpSpPr>
        <p:grpSpPr>
          <a:xfrm>
            <a:off x="4929160" y="4657713"/>
            <a:ext cx="2846354" cy="928696"/>
            <a:chOff x="-500098" y="285734"/>
            <a:chExt cx="2653411" cy="1071571"/>
          </a:xfrm>
        </p:grpSpPr>
        <p:sp>
          <p:nvSpPr>
            <p:cNvPr id="359" name="TextBox 35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361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379" name="Прямоугольник 37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362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374" name="Прямоугольник 37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Прямоугольник 37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377" name="Прямоугольник 37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373" name="TextBox 372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AdminView</a:t>
              </a:r>
              <a:endParaRPr lang="ru-RU" sz="1400" b="1"/>
            </a:p>
          </p:txBody>
        </p:sp>
      </p:grpSp>
      <p:grpSp>
        <p:nvGrpSpPr>
          <p:cNvPr id="383" name="Группа 234"/>
          <p:cNvGrpSpPr/>
          <p:nvPr/>
        </p:nvGrpSpPr>
        <p:grpSpPr>
          <a:xfrm>
            <a:off x="785755" y="1300127"/>
            <a:ext cx="2846357" cy="1176346"/>
            <a:chOff x="-7572491" y="514309"/>
            <a:chExt cx="2846357" cy="1176346"/>
          </a:xfrm>
        </p:grpSpPr>
        <p:grpSp>
          <p:nvGrpSpPr>
            <p:cNvPr id="395" name="Группа 126"/>
            <p:cNvGrpSpPr/>
            <p:nvPr/>
          </p:nvGrpSpPr>
          <p:grpSpPr>
            <a:xfrm>
              <a:off x="-7572490" y="514309"/>
              <a:ext cx="2846354" cy="928696"/>
              <a:chOff x="-500098" y="285734"/>
              <a:chExt cx="2653411" cy="1071571"/>
            </a:xfrm>
          </p:grpSpPr>
          <p:sp>
            <p:nvSpPr>
              <p:cNvPr id="413" name="TextBox 41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1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20" name="Прямоугольник 41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categoryView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1" name="Прямоугольник 42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22" name="Прямоугольник 42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1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17" name="Прямоугольник 41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idCategory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8" name="Прямоугольник 41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19" name="Прямоугольник 41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16" name="TextBox 41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Admin</a:t>
                </a:r>
                <a:endParaRPr lang="ru-RU" sz="1400" b="1"/>
              </a:p>
            </p:txBody>
          </p:sp>
        </p:grpSp>
        <p:grpSp>
          <p:nvGrpSpPr>
            <p:cNvPr id="396" name="Группа 217"/>
            <p:cNvGrpSpPr/>
            <p:nvPr/>
          </p:nvGrpSpPr>
          <p:grpSpPr>
            <a:xfrm>
              <a:off x="-7572491" y="1443003"/>
              <a:ext cx="2846357" cy="247652"/>
              <a:chOff x="-7411412" y="2300259"/>
              <a:chExt cx="2846357" cy="247652"/>
            </a:xfrm>
          </p:grpSpPr>
          <p:sp>
            <p:nvSpPr>
              <p:cNvPr id="410" name="Прямоугольник 409"/>
              <p:cNvSpPr/>
              <p:nvPr/>
            </p:nvSpPr>
            <p:spPr>
              <a:xfrm>
                <a:off x="-7411412" y="230026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listExist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Прямоугольник 410"/>
              <p:cNvSpPr/>
              <p:nvPr/>
            </p:nvSpPr>
            <p:spPr>
              <a:xfrm>
                <a:off x="-6491819" y="230026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12" name="Прямоугольник 411"/>
              <p:cNvSpPr/>
              <p:nvPr/>
            </p:nvSpPr>
            <p:spPr>
              <a:xfrm>
                <a:off x="-5572227" y="230025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</p:grpSp>
      <p:grpSp>
        <p:nvGrpSpPr>
          <p:cNvPr id="428" name="Группа 126"/>
          <p:cNvGrpSpPr/>
          <p:nvPr/>
        </p:nvGrpSpPr>
        <p:grpSpPr>
          <a:xfrm>
            <a:off x="4857722" y="1657317"/>
            <a:ext cx="2846354" cy="928696"/>
            <a:chOff x="-500098" y="285734"/>
            <a:chExt cx="2653411" cy="1071571"/>
          </a:xfrm>
        </p:grpSpPr>
        <p:sp>
          <p:nvSpPr>
            <p:cNvPr id="445" name="TextBox 444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46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52" name="Прямоугольник 451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53" name="Прямоугольник 4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54" name="Прямоугольник 4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47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49" name="Прямоугольник 44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0" name="Прямоугольник 44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51" name="Прямоугольник 45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48" name="TextBox 447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AdminMenu</a:t>
              </a:r>
              <a:endParaRPr lang="ru-RU" sz="1400" b="1"/>
            </a:p>
          </p:txBody>
        </p:sp>
      </p:grpSp>
      <p:grpSp>
        <p:nvGrpSpPr>
          <p:cNvPr id="460" name="Группа 126"/>
          <p:cNvGrpSpPr/>
          <p:nvPr/>
        </p:nvGrpSpPr>
        <p:grpSpPr>
          <a:xfrm>
            <a:off x="8929688" y="4657713"/>
            <a:ext cx="2846354" cy="928696"/>
            <a:chOff x="-500098" y="285734"/>
            <a:chExt cx="2653411" cy="1071571"/>
          </a:xfrm>
        </p:grpSpPr>
        <p:sp>
          <p:nvSpPr>
            <p:cNvPr id="477" name="TextBox 476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78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84" name="Прямоугольник 48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85" name="Прямоугольник 48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86" name="Прямоугольник 48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79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81" name="Прямоугольник 48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2" name="Прямоугольник 48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83" name="Прямоугольник 48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80" name="TextBox 479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AdminQuizes</a:t>
              </a:r>
              <a:endParaRPr lang="ru-RU" sz="1400" b="1"/>
            </a:p>
          </p:txBody>
        </p:sp>
      </p:grpSp>
      <p:grpSp>
        <p:nvGrpSpPr>
          <p:cNvPr id="492" name="Группа 126"/>
          <p:cNvGrpSpPr/>
          <p:nvPr/>
        </p:nvGrpSpPr>
        <p:grpSpPr>
          <a:xfrm>
            <a:off x="9072563" y="9086869"/>
            <a:ext cx="2846355" cy="928696"/>
            <a:chOff x="-500099" y="285734"/>
            <a:chExt cx="2653412" cy="1071571"/>
          </a:xfrm>
        </p:grpSpPr>
        <p:sp>
          <p:nvSpPr>
            <p:cNvPr id="509" name="TextBox 50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1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16" name="Прямоугольник 515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17" name="Прямоугольник 516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18" name="Прямоугольник 517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1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13" name="Прямоугольник 51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4" name="Прямоугольник 51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15" name="Прямоугольник 51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12" name="TextBox 511"/>
            <p:cNvSpPr txBox="1"/>
            <p:nvPr/>
          </p:nvSpPr>
          <p:spPr>
            <a:xfrm>
              <a:off x="-500099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AdminUsers</a:t>
              </a:r>
              <a:endParaRPr lang="ru-RU" sz="1400" b="1"/>
            </a:p>
          </p:txBody>
        </p:sp>
      </p:grpSp>
      <p:grpSp>
        <p:nvGrpSpPr>
          <p:cNvPr id="493" name="Группа 217"/>
          <p:cNvGrpSpPr/>
          <p:nvPr/>
        </p:nvGrpSpPr>
        <p:grpSpPr>
          <a:xfrm>
            <a:off x="9072563" y="10015563"/>
            <a:ext cx="2846357" cy="247652"/>
            <a:chOff x="-7411412" y="2300259"/>
            <a:chExt cx="2846357" cy="247652"/>
          </a:xfrm>
        </p:grpSpPr>
        <p:sp>
          <p:nvSpPr>
            <p:cNvPr id="506" name="Прямоугольник 505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listExist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7" name="Прямоугольник 506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8" name="Прямоугольник 507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4" name="Группа 219"/>
          <p:cNvGrpSpPr/>
          <p:nvPr/>
        </p:nvGrpSpPr>
        <p:grpSpPr>
          <a:xfrm>
            <a:off x="9072563" y="10229877"/>
            <a:ext cx="2846357" cy="247652"/>
            <a:chOff x="-7411412" y="2300259"/>
            <a:chExt cx="2846357" cy="247652"/>
          </a:xfrm>
        </p:grpSpPr>
        <p:sp>
          <p:nvSpPr>
            <p:cNvPr id="503" name="Прямоугольник 502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idList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4" name="Прямоугольник 503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“”</a:t>
              </a:r>
              <a:endParaRPr lang="ru-RU" sz="1200"/>
            </a:p>
          </p:txBody>
        </p:sp>
        <p:sp>
          <p:nvSpPr>
            <p:cNvPr id="505" name="Прямоугольник 504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str</a:t>
              </a:r>
              <a:endParaRPr lang="ru-RU" sz="1200"/>
            </a:p>
          </p:txBody>
        </p:sp>
      </p:grpSp>
      <p:grpSp>
        <p:nvGrpSpPr>
          <p:cNvPr id="495" name="Группа 224"/>
          <p:cNvGrpSpPr/>
          <p:nvPr/>
        </p:nvGrpSpPr>
        <p:grpSpPr>
          <a:xfrm>
            <a:off x="9072563" y="10444191"/>
            <a:ext cx="2846357" cy="247652"/>
            <a:chOff x="-7411412" y="2300259"/>
            <a:chExt cx="2846357" cy="247652"/>
          </a:xfrm>
        </p:grpSpPr>
        <p:sp>
          <p:nvSpPr>
            <p:cNvPr id="500" name="Прямоугольник 499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1" name="Прямоугольник 500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2" name="Прямоугольник 501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6" name="Группа 229"/>
          <p:cNvGrpSpPr/>
          <p:nvPr/>
        </p:nvGrpSpPr>
        <p:grpSpPr>
          <a:xfrm>
            <a:off x="9072565" y="10658505"/>
            <a:ext cx="2989232" cy="247652"/>
            <a:chOff x="-7411412" y="2300259"/>
            <a:chExt cx="2846357" cy="247652"/>
          </a:xfrm>
        </p:grpSpPr>
        <p:sp>
          <p:nvSpPr>
            <p:cNvPr id="497" name="Прямоугольник 496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firstContentView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98" name="Прямоугольник 497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499" name="Прямоугольник 498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19" name="Группа 287"/>
          <p:cNvGrpSpPr/>
          <p:nvPr/>
        </p:nvGrpSpPr>
        <p:grpSpPr>
          <a:xfrm>
            <a:off x="12787339" y="10210784"/>
            <a:ext cx="2989234" cy="2390791"/>
            <a:chOff x="-3714839" y="514309"/>
            <a:chExt cx="2989234" cy="2390791"/>
          </a:xfrm>
        </p:grpSpPr>
        <p:grpSp>
          <p:nvGrpSpPr>
            <p:cNvPr id="520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24" name="Группа 126"/>
              <p:cNvGrpSpPr/>
              <p:nvPr/>
            </p:nvGrpSpPr>
            <p:grpSpPr>
              <a:xfrm>
                <a:off x="-7572490" y="514309"/>
                <a:ext cx="2906844" cy="928696"/>
                <a:chOff x="-500098" y="285734"/>
                <a:chExt cx="2709801" cy="1071571"/>
              </a:xfrm>
            </p:grpSpPr>
            <p:sp>
              <p:nvSpPr>
                <p:cNvPr id="541" name="TextBox 540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542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8" name="Прямоугольник 54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9" name="Прямоугольник 54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550" name="Прямоугольник 54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543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5" name="Прямоугольник 54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6" name="Прямоугольник 54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547" name="Прямоугольник 54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544" name="TextBox 543"/>
                <p:cNvSpPr txBox="1"/>
                <p:nvPr/>
              </p:nvSpPr>
              <p:spPr>
                <a:xfrm>
                  <a:off x="-433503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AdminTableQuestions</a:t>
                  </a:r>
                  <a:endParaRPr lang="ru-RU" sz="1400" b="1"/>
                </a:p>
              </p:txBody>
            </p:sp>
          </p:grpSp>
          <p:grpSp>
            <p:nvGrpSpPr>
              <p:cNvPr id="525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8" name="Прямоугольник 537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9" name="Прямоугольник 538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40" name="Прямоугольник 539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6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5" name="Прямоугольник 534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6" name="Прямоугольник 535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537" name="Прямоугольник 536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27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2" name="Прямоугольник 53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3" name="Прямоугольник 5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34" name="Прямоугольник 5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8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29" name="Прямоугольник 52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0" name="Прямоугольник 52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31" name="Прямоугольник 53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21" name="Прямоугольник 520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22" name="Прямоугольник 521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23" name="Прямоугольник 522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56" name="Группа 126"/>
          <p:cNvGrpSpPr/>
          <p:nvPr/>
        </p:nvGrpSpPr>
        <p:grpSpPr>
          <a:xfrm>
            <a:off x="12653988" y="4881551"/>
            <a:ext cx="2846354" cy="928696"/>
            <a:chOff x="-500098" y="285734"/>
            <a:chExt cx="2653411" cy="1071571"/>
          </a:xfrm>
        </p:grpSpPr>
        <p:sp>
          <p:nvSpPr>
            <p:cNvPr id="573" name="TextBox 572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80" name="Прямоугольник 5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Прямоугольник 5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82" name="Прямоугольник 5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75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7" name="Прямоугольник 57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8" name="Прямоугольник 57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79" name="Прямоугольник 57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76" name="TextBox 57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AdminTableCategories</a:t>
              </a:r>
              <a:endParaRPr lang="ru-RU" sz="1400" b="1"/>
            </a:p>
          </p:txBody>
        </p:sp>
      </p:grpSp>
      <p:grpSp>
        <p:nvGrpSpPr>
          <p:cNvPr id="583" name="Группа 287"/>
          <p:cNvGrpSpPr/>
          <p:nvPr/>
        </p:nvGrpSpPr>
        <p:grpSpPr>
          <a:xfrm>
            <a:off x="12787339" y="7515233"/>
            <a:ext cx="2989234" cy="2390791"/>
            <a:chOff x="-3714839" y="514309"/>
            <a:chExt cx="2989234" cy="2390791"/>
          </a:xfrm>
        </p:grpSpPr>
        <p:grpSp>
          <p:nvGrpSpPr>
            <p:cNvPr id="584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88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605" name="TextBox 604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606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12" name="Прямоугольник 6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3" name="Прямоугольник 6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614" name="Прямоугольник 6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607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09" name="Прямоугольник 6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0" name="Прямоугольник 6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611" name="Прямоугольник 6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608" name="TextBox 607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AdminTableQuizes</a:t>
                  </a:r>
                  <a:endParaRPr lang="ru-RU" sz="1400" b="1"/>
                </a:p>
              </p:txBody>
            </p:sp>
          </p:grpSp>
          <p:grpSp>
            <p:nvGrpSpPr>
              <p:cNvPr id="589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602" name="Прямоугольник 60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3" name="Прямоугольник 60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604" name="Прямоугольник 60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9" name="Прямоугольник 59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0" name="Прямоугольник 59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601" name="Прямоугольник 60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91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6" name="Прямоугольник 59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7" name="Прямоугольник 59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98" name="Прямоугольник 59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2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93" name="Прямоугольник 592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4" name="Прямоугольник 593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95" name="Прямоугольник 594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85" name="Прямоугольник 5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86" name="Прямоугольник 5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87" name="Прямоугольник 5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12540</TotalTime>
  <Words>517</Words>
  <Application>Microsoft Office PowerPoint</Application>
  <PresentationFormat>Произвольный</PresentationFormat>
  <Paragraphs>493</Paragraphs>
  <Slides>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Слайд 1</vt:lpstr>
      <vt:lpstr>Слайд 2</vt:lpstr>
      <vt:lpstr>Слайд 3</vt:lpstr>
      <vt:lpstr>Слайд 4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32</cp:revision>
  <dcterms:created xsi:type="dcterms:W3CDTF">2021-02-23T16:00:19Z</dcterms:created>
  <dcterms:modified xsi:type="dcterms:W3CDTF">2021-04-24T13:27:18Z</dcterms:modified>
</cp:coreProperties>
</file>